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presProps.xml" ContentType="application/vnd.openxmlformats-officedocument.presentationml.presProps+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9" r:id="rId6"/>
    <p:sldMasterId id="2147483661" r:id="rId7"/>
    <p:sldMasterId id="2147483663" r:id="rId8"/>
    <p:sldMasterId id="2147483665" r:id="rId9"/>
    <p:sldMasterId id="2147483667" r:id="rId10"/>
    <p:sldMasterId id="2147483669" r:id="rId11"/>
    <p:sldMasterId id="2147483671"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3440" cy="132336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8" name="PlaceHolder 2"/>
          <p:cNvSpPr>
            <a:spLocks noGrp="1"/>
          </p:cNvSpPr>
          <p:nvPr>
            <p:ph type="subTitle"/>
          </p:nvPr>
        </p:nvSpPr>
        <p:spPr>
          <a:xfrm>
            <a:off x="838080" y="1825560"/>
            <a:ext cx="10513440" cy="4349160"/>
          </a:xfrm>
          <a:prstGeom prst="rect">
            <a:avLst/>
          </a:prstGeom>
          <a:noFill/>
          <a:ln w="0">
            <a:noFill/>
          </a:ln>
        </p:spPr>
        <p:txBody>
          <a:bodyPr lIns="0" rIns="0" tIns="0" bIns="0" anchor="ctr">
            <a:spAutoFit/>
          </a:bodyPr>
          <a:p>
            <a:pPr indent="0" algn="ctr">
              <a:buNone/>
            </a:pPr>
            <a:endParaRPr lang="es-ES" sz="3200" b="0" u="none" strike="noStrike">
              <a:solidFill>
                <a:srgbClr val="000000"/>
              </a:solidFill>
              <a:effectLst/>
              <a:uFillTx/>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6B5FAE2-2E90-4ADE-959A-93775526CA0F}" type="slidenum">
              <a:t>&lt;#&gt;</a:t>
            </a:fld>
          </a:p>
        </p:txBody>
      </p:sp>
      <p:sp>
        <p:nvSpPr>
          <p:cNvPr id="6" name="PlaceHolder 5"/>
          <p:cNvSpPr>
            <a:spLocks noGrp="1"/>
          </p:cNvSpPr>
          <p:nvPr>
            <p:ph type="dt" idx="3"/>
          </p:nvPr>
        </p:nvSpPr>
        <p:spPr/>
        <p:txBody>
          <a:bodyPr/>
          <a:p>
            <a:r>
              <a:rPr lang="es-E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3440" cy="132336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13" name="PlaceHolder 2"/>
          <p:cNvSpPr>
            <a:spLocks noGrp="1"/>
          </p:cNvSpPr>
          <p:nvPr>
            <p:ph/>
          </p:nvPr>
        </p:nvSpPr>
        <p:spPr>
          <a:xfrm>
            <a:off x="838080" y="1825560"/>
            <a:ext cx="10513440" cy="434916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075639A9-62E8-48B1-962B-8A3F5402F1FD}" type="slidenum">
              <a:t>&lt;#&gt;</a:t>
            </a:fld>
          </a:p>
        </p:txBody>
      </p:sp>
      <p:sp>
        <p:nvSpPr>
          <p:cNvPr id="6" name="PlaceHolder 5"/>
          <p:cNvSpPr>
            <a:spLocks noGrp="1"/>
          </p:cNvSpPr>
          <p:nvPr>
            <p:ph type="dt" idx="6"/>
          </p:nvPr>
        </p:nvSpPr>
        <p:spPr/>
        <p:txBody>
          <a:bodyPr/>
          <a:p>
            <a:r>
              <a:rPr lang="es-E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17" name="PlaceHolder 1"/>
          <p:cNvSpPr>
            <a:spLocks noGrp="1"/>
          </p:cNvSpPr>
          <p:nvPr>
            <p:ph type="title"/>
          </p:nvPr>
        </p:nvSpPr>
        <p:spPr>
          <a:xfrm>
            <a:off x="9887760" y="365040"/>
            <a:ext cx="1462680" cy="6135480"/>
          </a:xfrm>
          <a:prstGeom prst="rect">
            <a:avLst/>
          </a:prstGeom>
          <a:noFill/>
          <a:ln w="0">
            <a:noFill/>
          </a:ln>
        </p:spPr>
        <p:txBody>
          <a:bodyPr lIns="0" rIns="0" tIns="0" bIns="0" anchor="t" anchorCtr="1" vert="eaVert">
            <a:noAutofit/>
          </a:bodyPr>
          <a:p>
            <a:pPr indent="0" algn="ctr">
              <a:buNone/>
            </a:pPr>
            <a:endParaRPr lang="es-ES" sz="4400" b="0" u="none" strike="noStrike">
              <a:solidFill>
                <a:srgbClr val="000000"/>
              </a:solidFill>
              <a:effectLst/>
              <a:uFillTx/>
              <a:latin typeface="Arial"/>
            </a:endParaRPr>
          </a:p>
        </p:txBody>
      </p:sp>
      <p:sp>
        <p:nvSpPr>
          <p:cNvPr id="18" name="PlaceHolder 2"/>
          <p:cNvSpPr>
            <a:spLocks noGrp="1"/>
          </p:cNvSpPr>
          <p:nvPr>
            <p:ph/>
          </p:nvPr>
        </p:nvSpPr>
        <p:spPr>
          <a:xfrm>
            <a:off x="838080" y="369720"/>
            <a:ext cx="8177040" cy="580500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5EDDFCC0-99BB-4E24-AE5B-773E7AE69301}" type="slidenum">
              <a:t>&lt;#&gt;</a:t>
            </a:fld>
          </a:p>
        </p:txBody>
      </p:sp>
      <p:sp>
        <p:nvSpPr>
          <p:cNvPr id="6" name="PlaceHolder 5"/>
          <p:cNvSpPr>
            <a:spLocks noGrp="1"/>
          </p:cNvSpPr>
          <p:nvPr>
            <p:ph type="dt" idx="9"/>
          </p:nvPr>
        </p:nvSpPr>
        <p:spPr/>
        <p:txBody>
          <a:bodyPr/>
          <a:p>
            <a:r>
              <a:rPr lang="es-E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838080" y="365040"/>
            <a:ext cx="10513440" cy="132336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25" name="PlaceHolder 2"/>
          <p:cNvSpPr>
            <a:spLocks noGrp="1"/>
          </p:cNvSpPr>
          <p:nvPr>
            <p:ph/>
          </p:nvPr>
        </p:nvSpPr>
        <p:spPr>
          <a:xfrm>
            <a:off x="838080" y="1825560"/>
            <a:ext cx="10513440" cy="4349160"/>
          </a:xfrm>
          <a:prstGeom prst="rect">
            <a:avLst/>
          </a:prstGeom>
          <a:noFill/>
          <a:ln w="0">
            <a:noFill/>
          </a:ln>
        </p:spPr>
        <p:txBody>
          <a:bodyPr lIns="0" rIns="0" tIns="0" bIns="0" ancho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7A2C0231-ADF1-4421-8A2A-1390E7EFCAEE}" type="slidenum">
              <a:t>&lt;#&gt;</a:t>
            </a:fld>
          </a:p>
        </p:txBody>
      </p:sp>
      <p:sp>
        <p:nvSpPr>
          <p:cNvPr id="6" name="PlaceHolder 5"/>
          <p:cNvSpPr>
            <a:spLocks noGrp="1"/>
          </p:cNvSpPr>
          <p:nvPr>
            <p:ph type="dt" idx="12"/>
          </p:nvPr>
        </p:nvSpPr>
        <p:spPr/>
        <p:txBody>
          <a:bodyPr/>
          <a:p>
            <a:r>
              <a:rPr lang="es-E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and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3440" cy="132336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27" name="PlaceHolder 2"/>
          <p:cNvSpPr>
            <a:spLocks noGrp="1"/>
          </p:cNvSpPr>
          <p:nvPr>
            <p:ph type="subTitle"/>
          </p:nvPr>
        </p:nvSpPr>
        <p:spPr>
          <a:xfrm>
            <a:off x="838080" y="1825560"/>
            <a:ext cx="10513440" cy="4349160"/>
          </a:xfrm>
          <a:prstGeom prst="rect">
            <a:avLst/>
          </a:prstGeom>
          <a:noFill/>
          <a:ln w="0">
            <a:noFill/>
          </a:ln>
        </p:spPr>
        <p:txBody>
          <a:bodyPr lIns="0" rIns="0" tIns="0" bIns="0" anchor="ctr">
            <a:spAutoFit/>
          </a:bodyPr>
          <a:p>
            <a:pPr indent="0" algn="ctr">
              <a:buNone/>
            </a:pPr>
            <a:endParaRPr lang="es-ES" sz="3200" b="0" u="none" strike="noStrike">
              <a:solidFill>
                <a:srgbClr val="000000"/>
              </a:solidFill>
              <a:effectLst/>
              <a:uFillTx/>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F5C65278-EB6A-4DA2-A257-D11BD0EEE831}" type="slidenum">
              <a:t>&lt;#&gt;</a:t>
            </a:fld>
          </a:p>
        </p:txBody>
      </p:sp>
      <p:sp>
        <p:nvSpPr>
          <p:cNvPr id="6" name="PlaceHolder 5"/>
          <p:cNvSpPr>
            <a:spLocks noGrp="1"/>
          </p:cNvSpPr>
          <p:nvPr>
            <p:ph type="dt" idx="12"/>
          </p:nvPr>
        </p:nvSpPr>
        <p:spPr/>
        <p:txBody>
          <a:bodyPr/>
          <a:p>
            <a:r>
              <a:rPr lang="es-E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3440" cy="132336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29" name="PlaceHolder 2"/>
          <p:cNvSpPr>
            <a:spLocks noGrp="1"/>
          </p:cNvSpPr>
          <p:nvPr>
            <p:ph/>
          </p:nvPr>
        </p:nvSpPr>
        <p:spPr>
          <a:xfrm>
            <a:off x="838080" y="1825560"/>
            <a:ext cx="10513440" cy="434916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CAC90A30-1690-41D8-83AD-45682092ED1A}" type="slidenum">
              <a:t>&lt;#&gt;</a:t>
            </a:fld>
          </a:p>
        </p:txBody>
      </p:sp>
      <p:sp>
        <p:nvSpPr>
          <p:cNvPr id="6" name="PlaceHolder 5"/>
          <p:cNvSpPr>
            <a:spLocks noGrp="1"/>
          </p:cNvSpPr>
          <p:nvPr>
            <p:ph type="dt" idx="12"/>
          </p:nvPr>
        </p:nvSpPr>
        <p:spPr/>
        <p:txBody>
          <a:bodyPr/>
          <a:p>
            <a:r>
              <a:rPr lang="es-E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Title and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9887760" y="365040"/>
            <a:ext cx="1462680" cy="6135480"/>
          </a:xfrm>
          <a:prstGeom prst="rect">
            <a:avLst/>
          </a:prstGeom>
          <a:noFill/>
          <a:ln w="0">
            <a:noFill/>
          </a:ln>
        </p:spPr>
        <p:txBody>
          <a:bodyPr lIns="0" rIns="0" tIns="0" bIns="0" anchor="t" anchorCtr="1" vert="eaVert">
            <a:noAutofit/>
          </a:bodyPr>
          <a:p>
            <a:pPr indent="0" algn="ctr">
              <a:buNone/>
            </a:pPr>
            <a:endParaRPr lang="es-ES" sz="4400" b="0" u="none" strike="noStrike">
              <a:solidFill>
                <a:srgbClr val="000000"/>
              </a:solidFill>
              <a:effectLst/>
              <a:uFillTx/>
              <a:latin typeface="Arial"/>
            </a:endParaRPr>
          </a:p>
        </p:txBody>
      </p:sp>
      <p:sp>
        <p:nvSpPr>
          <p:cNvPr id="31" name="PlaceHolder 2"/>
          <p:cNvSpPr>
            <a:spLocks noGrp="1"/>
          </p:cNvSpPr>
          <p:nvPr>
            <p:ph/>
          </p:nvPr>
        </p:nvSpPr>
        <p:spPr>
          <a:xfrm>
            <a:off x="838080" y="369720"/>
            <a:ext cx="8177040" cy="580500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72C3D9EB-6498-4E2C-ABCF-128B58D15A2A}" type="slidenum">
              <a:t>&lt;#&gt;</a:t>
            </a:fld>
          </a:p>
        </p:txBody>
      </p:sp>
      <p:sp>
        <p:nvSpPr>
          <p:cNvPr id="6" name="PlaceHolder 5"/>
          <p:cNvSpPr>
            <a:spLocks noGrp="1"/>
          </p:cNvSpPr>
          <p:nvPr>
            <p:ph type="dt" idx="12"/>
          </p:nvPr>
        </p:nvSpPr>
        <p:spPr/>
        <p:txBody>
          <a:bodyPr/>
          <a:p>
            <a:r>
              <a:rPr lang="es-E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48638D29-C4FA-45CC-A1E3-48EB9999F44F}" type="slidenum">
              <a:t>&lt;#&gt;</a:t>
            </a:fld>
          </a:p>
        </p:txBody>
      </p:sp>
      <p:sp>
        <p:nvSpPr>
          <p:cNvPr id="4" name="PlaceHolder 3"/>
          <p:cNvSpPr>
            <a:spLocks noGrp="1"/>
          </p:cNvSpPr>
          <p:nvPr>
            <p:ph type="dt" idx="15"/>
          </p:nvPr>
        </p:nvSpPr>
        <p:spPr/>
        <p:txBody>
          <a:bodyPr/>
          <a:p>
            <a:r>
              <a:rPr lang="es-E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3440" cy="132336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42" name="PlaceHolder 2"/>
          <p:cNvSpPr>
            <a:spLocks noGrp="1"/>
          </p:cNvSpPr>
          <p:nvPr>
            <p:ph/>
          </p:nvPr>
        </p:nvSpPr>
        <p:spPr>
          <a:xfrm>
            <a:off x="838080" y="1825560"/>
            <a:ext cx="5130360" cy="4349160"/>
          </a:xfrm>
          <a:prstGeom prst="rect">
            <a:avLst/>
          </a:prstGeom>
          <a:noFill/>
          <a:ln w="0">
            <a:noFill/>
          </a:ln>
        </p:spPr>
        <p:txBody>
          <a:bodyPr lIns="0" rIns="0" tIns="0" bIns="0" anchor="t">
            <a:normAutofit/>
          </a:bodyPr>
          <a:p>
            <a:pPr indent="0">
              <a:spcBef>
                <a:spcPts val="1417"/>
              </a:spcBef>
              <a:buNone/>
            </a:pPr>
            <a:endParaRPr lang="es-ES" sz="3200" b="0" u="none" strike="noStrike">
              <a:solidFill>
                <a:srgbClr val="000000"/>
              </a:solidFill>
              <a:effectLst/>
              <a:uFillTx/>
              <a:latin typeface="Arial"/>
            </a:endParaRPr>
          </a:p>
        </p:txBody>
      </p:sp>
      <p:sp>
        <p:nvSpPr>
          <p:cNvPr id="43" name="PlaceHolder 3"/>
          <p:cNvSpPr>
            <a:spLocks noGrp="1"/>
          </p:cNvSpPr>
          <p:nvPr>
            <p:ph/>
          </p:nvPr>
        </p:nvSpPr>
        <p:spPr>
          <a:xfrm>
            <a:off x="6225480" y="1825560"/>
            <a:ext cx="5130360" cy="4349160"/>
          </a:xfrm>
          <a:prstGeom prst="rect">
            <a:avLst/>
          </a:prstGeom>
          <a:noFill/>
          <a:ln w="0">
            <a:noFill/>
          </a:ln>
        </p:spPr>
        <p:txBody>
          <a:bodyPr lIns="0" rIns="0" tIns="0" bIns="0" anchor="t">
            <a:normAutofit/>
          </a:bodyPr>
          <a:p>
            <a:pPr indent="0">
              <a:spcBef>
                <a:spcPts val="1417"/>
              </a:spcBef>
              <a:buNone/>
            </a:pPr>
            <a:endParaRPr lang="es-ES" sz="3200" b="0" u="none" strike="noStrike">
              <a:solidFill>
                <a:srgbClr val="000000"/>
              </a:solidFill>
              <a:effectLst/>
              <a:uFillTx/>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CADC1956-0B22-47B6-8769-93B2DAAACB21}" type="slidenum">
              <a:t>&lt;#&gt;</a:t>
            </a:fld>
          </a:p>
        </p:txBody>
      </p:sp>
      <p:sp>
        <p:nvSpPr>
          <p:cNvPr id="7" name="PlaceHolder 6"/>
          <p:cNvSpPr>
            <a:spLocks noGrp="1"/>
          </p:cNvSpPr>
          <p:nvPr>
            <p:ph type="dt" idx="18"/>
          </p:nvPr>
        </p:nvSpPr>
        <p:spPr/>
        <p:txBody>
          <a:bodyPr/>
          <a:p>
            <a:r>
              <a:rPr lang="es-E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9F5FF165-54F0-4DAA-8198-FE33D0A4B524}" type="slidenum">
              <a:t>&lt;#&gt;</a:t>
            </a:fld>
          </a:p>
        </p:txBody>
      </p:sp>
      <p:sp>
        <p:nvSpPr>
          <p:cNvPr id="4" name="PlaceHolder 3"/>
          <p:cNvSpPr>
            <a:spLocks noGrp="1"/>
          </p:cNvSpPr>
          <p:nvPr>
            <p:ph type="dt" idx="21"/>
          </p:nvPr>
        </p:nvSpPr>
        <p:spPr/>
        <p:txBody>
          <a:bodyPr/>
          <a:p>
            <a:r>
              <a:rPr lang="es-E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1" name="PlaceHolder 1"/>
          <p:cNvSpPr>
            <a:spLocks noGrp="1"/>
          </p:cNvSpPr>
          <p:nvPr>
            <p:ph type="title"/>
          </p:nvPr>
        </p:nvSpPr>
        <p:spPr>
          <a:xfrm>
            <a:off x="838080" y="365040"/>
            <a:ext cx="10513440" cy="132336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0B261F8C-A2C1-4729-B1BD-8A4AC00B1B75}" type="slidenum">
              <a:t>&lt;#&gt;</a:t>
            </a:fld>
          </a:p>
        </p:txBody>
      </p:sp>
      <p:sp>
        <p:nvSpPr>
          <p:cNvPr id="5" name="PlaceHolder 4"/>
          <p:cNvSpPr>
            <a:spLocks noGrp="1"/>
          </p:cNvSpPr>
          <p:nvPr>
            <p:ph type="dt" idx="24"/>
          </p:nvPr>
        </p:nvSpPr>
        <p:spPr/>
        <p:txBody>
          <a:bodyPr/>
          <a:p>
            <a:r>
              <a:rPr lang="es-E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2DE87880-F853-4EC6-B8AC-04AFEBC7BD99}" type="slidenum">
              <a:t>&lt;#&gt;</a:t>
            </a:fld>
          </a:p>
        </p:txBody>
      </p:sp>
      <p:sp>
        <p:nvSpPr>
          <p:cNvPr id="4" name="PlaceHolder 3"/>
          <p:cNvSpPr>
            <a:spLocks noGrp="1"/>
          </p:cNvSpPr>
          <p:nvPr>
            <p:ph type="dt" idx="27"/>
          </p:nvPr>
        </p:nvSpPr>
        <p:spPr/>
        <p:txBody>
          <a:bodyPr/>
          <a:p>
            <a:r>
              <a:rPr lang="es-E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69800F81-BF00-4874-B9C1-28E4C94F3084}" type="slidenum">
              <a:t>&lt;#&gt;</a:t>
            </a:fld>
          </a:p>
        </p:txBody>
      </p:sp>
      <p:sp>
        <p:nvSpPr>
          <p:cNvPr id="4" name="PlaceHolder 3"/>
          <p:cNvSpPr>
            <a:spLocks noGrp="1"/>
          </p:cNvSpPr>
          <p:nvPr>
            <p:ph type="dt" idx="30"/>
          </p:nvPr>
        </p:nvSpPr>
        <p:spPr/>
        <p:txBody>
          <a:bodyPr/>
          <a:p>
            <a:r>
              <a:rPr lang="es-E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C32D6E89-F8F9-4EBF-BC2A-1DED2051A194}" type="slidenum">
              <a:t>&lt;#&gt;</a:t>
            </a:fld>
          </a:p>
        </p:txBody>
      </p:sp>
      <p:sp>
        <p:nvSpPr>
          <p:cNvPr id="4" name="PlaceHolder 3"/>
          <p:cNvSpPr>
            <a:spLocks noGrp="1"/>
          </p:cNvSpPr>
          <p:nvPr>
            <p:ph type="dt" idx="33"/>
          </p:nvPr>
        </p:nvSpPr>
        <p:spPr/>
        <p:txBody>
          <a:bodyPr/>
          <a:p>
            <a:r>
              <a:rPr lang="es-E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8.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9.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10.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11.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2.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3.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 name="PlaceHolder 2"/>
          <p:cNvSpPr>
            <a:spLocks noGrp="1"/>
          </p:cNvSpPr>
          <p:nvPr>
            <p:ph type="ftr" idx="1"/>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 name="PlaceHolder 3"/>
          <p:cNvSpPr>
            <a:spLocks noGrp="1"/>
          </p:cNvSpPr>
          <p:nvPr>
            <p:ph type="sldNum" idx="2"/>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8E86D5D-573F-4240-A210-5E167B5BF88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5" name="PlaceHolder 4"/>
          <p:cNvSpPr>
            <a:spLocks noGrp="1"/>
          </p:cNvSpPr>
          <p:nvPr>
            <p:ph type="dt" idx="3"/>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4"/>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10" name="PlaceHolder 2"/>
          <p:cNvSpPr>
            <a:spLocks noGrp="1"/>
          </p:cNvSpPr>
          <p:nvPr>
            <p:ph type="sldNum" idx="5"/>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CFBF81C-04A7-4234-92C9-B6B368A6944F}"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11" name="PlaceHolder 3"/>
          <p:cNvSpPr>
            <a:spLocks noGrp="1"/>
          </p:cNvSpPr>
          <p:nvPr>
            <p:ph type="dt" idx="6"/>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PlaceHolder 1"/>
          <p:cNvSpPr>
            <a:spLocks noGrp="1"/>
          </p:cNvSpPr>
          <p:nvPr>
            <p:ph type="ftr" idx="7"/>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15" name="PlaceHolder 2"/>
          <p:cNvSpPr>
            <a:spLocks noGrp="1"/>
          </p:cNvSpPr>
          <p:nvPr>
            <p:ph type="sldNum" idx="8"/>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1C90609-FCB0-46D6-9D8E-3DC93AF8E7FE}"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16" name="PlaceHolder 3"/>
          <p:cNvSpPr>
            <a:spLocks noGrp="1"/>
          </p:cNvSpPr>
          <p:nvPr>
            <p:ph type="dt" idx="9"/>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0" name="PlaceHolder 2"/>
          <p:cNvSpPr>
            <a:spLocks noGrp="1"/>
          </p:cNvSpPr>
          <p:nvPr>
            <p:ph type="body"/>
          </p:nvPr>
        </p:nvSpPr>
        <p:spPr>
          <a:xfrm>
            <a:off x="838080" y="1825560"/>
            <a:ext cx="10513440" cy="4349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1" name="PlaceHolder 3"/>
          <p:cNvSpPr>
            <a:spLocks noGrp="1"/>
          </p:cNvSpPr>
          <p:nvPr>
            <p:ph type="ftr" idx="10"/>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2" name="PlaceHolder 4"/>
          <p:cNvSpPr>
            <a:spLocks noGrp="1"/>
          </p:cNvSpPr>
          <p:nvPr>
            <p:ph type="sldNum" idx="11"/>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B5D5A80-1590-416C-B9F8-1D95C5C0DE1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3" name="PlaceHolder 5"/>
          <p:cNvSpPr>
            <a:spLocks noGrp="1"/>
          </p:cNvSpPr>
          <p:nvPr>
            <p:ph type="dt" idx="12"/>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5" r:id="rId2"/>
    <p:sldLayoutId id="2147483656" r:id="rId3"/>
    <p:sldLayoutId id="2147483657" r:id="rId4"/>
    <p:sldLayoutId id="2147483658" r:id="rId5"/>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ftr" idx="13"/>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3" name="PlaceHolder 2"/>
          <p:cNvSpPr>
            <a:spLocks noGrp="1"/>
          </p:cNvSpPr>
          <p:nvPr>
            <p:ph type="sldNum" idx="14"/>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19C2927-15B8-4768-A2C5-67898984F9E4}"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4" name="PlaceHolder 3"/>
          <p:cNvSpPr>
            <a:spLocks noGrp="1"/>
          </p:cNvSpPr>
          <p:nvPr>
            <p:ph type="dt" idx="15"/>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0"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6" name="PlaceHolder 2"/>
          <p:cNvSpPr>
            <a:spLocks noGrp="1"/>
          </p:cNvSpPr>
          <p:nvPr>
            <p:ph type="body"/>
          </p:nvPr>
        </p:nvSpPr>
        <p:spPr>
          <a:xfrm>
            <a:off x="838080" y="1825560"/>
            <a:ext cx="5130360" cy="4349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7" name="PlaceHolder 3"/>
          <p:cNvSpPr>
            <a:spLocks noGrp="1"/>
          </p:cNvSpPr>
          <p:nvPr>
            <p:ph type="body"/>
          </p:nvPr>
        </p:nvSpPr>
        <p:spPr>
          <a:xfrm>
            <a:off x="6225840" y="1825560"/>
            <a:ext cx="5130360" cy="4349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8" name="PlaceHolder 4"/>
          <p:cNvSpPr>
            <a:spLocks noGrp="1"/>
          </p:cNvSpPr>
          <p:nvPr>
            <p:ph type="ftr" idx="16"/>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9" name="PlaceHolder 5"/>
          <p:cNvSpPr>
            <a:spLocks noGrp="1"/>
          </p:cNvSpPr>
          <p:nvPr>
            <p:ph type="sldNum" idx="17"/>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1ACE542-26E3-47C8-A8F2-F8DBBBA6C8B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0" name="PlaceHolder 6"/>
          <p:cNvSpPr>
            <a:spLocks noGrp="1"/>
          </p:cNvSpPr>
          <p:nvPr>
            <p:ph type="dt" idx="18"/>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2"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19"/>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45" name="PlaceHolder 2"/>
          <p:cNvSpPr>
            <a:spLocks noGrp="1"/>
          </p:cNvSpPr>
          <p:nvPr>
            <p:ph type="sldNum" idx="20"/>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2BCAA32-484E-4989-BD5A-E3D418BA0B61}"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46" name="PlaceHolder 3"/>
          <p:cNvSpPr>
            <a:spLocks noGrp="1"/>
          </p:cNvSpPr>
          <p:nvPr>
            <p:ph type="dt" idx="21"/>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4"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48" name="PlaceHolder 2"/>
          <p:cNvSpPr>
            <a:spLocks noGrp="1"/>
          </p:cNvSpPr>
          <p:nvPr>
            <p:ph type="ftr" idx="22"/>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49" name="PlaceHolder 3"/>
          <p:cNvSpPr>
            <a:spLocks noGrp="1"/>
          </p:cNvSpPr>
          <p:nvPr>
            <p:ph type="sldNum" idx="23"/>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7B3EB7A-231C-4F45-A00A-D0EEC2E12B88}"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50" name="PlaceHolder 4"/>
          <p:cNvSpPr>
            <a:spLocks noGrp="1"/>
          </p:cNvSpPr>
          <p:nvPr>
            <p:ph type="dt" idx="24"/>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2" name="PlaceHolder 1"/>
          <p:cNvSpPr>
            <a:spLocks noGrp="1"/>
          </p:cNvSpPr>
          <p:nvPr>
            <p:ph type="ftr" idx="25"/>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53" name="PlaceHolder 2"/>
          <p:cNvSpPr>
            <a:spLocks noGrp="1"/>
          </p:cNvSpPr>
          <p:nvPr>
            <p:ph type="sldNum" idx="26"/>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6E2B8E3-55A0-4305-8EC2-301CAE882DB7}"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54" name="PlaceHolder 3"/>
          <p:cNvSpPr>
            <a:spLocks noGrp="1"/>
          </p:cNvSpPr>
          <p:nvPr>
            <p:ph type="dt" idx="27"/>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8"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ftr" idx="28"/>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56" name="PlaceHolder 2"/>
          <p:cNvSpPr>
            <a:spLocks noGrp="1"/>
          </p:cNvSpPr>
          <p:nvPr>
            <p:ph type="sldNum" idx="29"/>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C0AF3D8-9B11-4680-AB8E-121B6DFA9814}"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57" name="PlaceHolder 3"/>
          <p:cNvSpPr>
            <a:spLocks noGrp="1"/>
          </p:cNvSpPr>
          <p:nvPr>
            <p:ph type="dt" idx="30"/>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70"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 name="PlaceHolder 1"/>
          <p:cNvSpPr>
            <a:spLocks noGrp="1"/>
          </p:cNvSpPr>
          <p:nvPr>
            <p:ph type="ftr" idx="31"/>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59" name="PlaceHolder 2"/>
          <p:cNvSpPr>
            <a:spLocks noGrp="1"/>
          </p:cNvSpPr>
          <p:nvPr>
            <p:ph type="sldNum" idx="32"/>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D1A524E-A3BB-41C7-AC66-F7243AC56EA2}"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60" name="PlaceHolder 3"/>
          <p:cNvSpPr>
            <a:spLocks noGrp="1"/>
          </p:cNvSpPr>
          <p:nvPr>
            <p:ph type="dt" idx="33"/>
          </p:nvPr>
        </p:nvSpPr>
        <p:spPr>
          <a:xfrm>
            <a:off x="838080" y="6356520"/>
            <a:ext cx="2741040" cy="36288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72"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title"/>
          </p:nvPr>
        </p:nvSpPr>
        <p:spPr>
          <a:xfrm>
            <a:off x="1523880" y="1122480"/>
            <a:ext cx="9141840" cy="2385360"/>
          </a:xfrm>
          <a:prstGeom prst="rect">
            <a:avLst/>
          </a:prstGeom>
          <a:noFill/>
          <a:ln w="0">
            <a:noFill/>
          </a:ln>
        </p:spPr>
        <p:txBody>
          <a:bodyPr lIns="91440" rIns="91440" tIns="45720" bIns="45720" anchor="b">
            <a:normAutofit/>
          </a:bodyPr>
          <a:p>
            <a:pPr indent="0" algn="ctr" defTabSz="914400">
              <a:lnSpc>
                <a:spcPct val="90000"/>
              </a:lnSpc>
              <a:buNone/>
              <a:tabLst>
                <a:tab algn="l" pos="0"/>
              </a:tabLst>
            </a:pPr>
            <a:r>
              <a:rPr lang="en-US" sz="6000" b="0" u="none" strike="noStrike">
                <a:solidFill>
                  <a:schemeClr val="dk1"/>
                </a:solidFill>
                <a:effectLst/>
                <a:uFillTx/>
                <a:latin typeface="Adobe Devanagari"/>
              </a:rPr>
              <a:t>Software Engineer</a:t>
            </a:r>
            <a:endParaRPr lang="es-ES" sz="6000" b="0" u="none" strike="noStrike">
              <a:solidFill>
                <a:srgbClr val="000000"/>
              </a:solidFill>
              <a:effectLst/>
              <a:uFillTx/>
              <a:latin typeface="Arial"/>
            </a:endParaRPr>
          </a:p>
        </p:txBody>
      </p:sp>
      <p:sp>
        <p:nvSpPr>
          <p:cNvPr id="62" name="PlaceHolder 2"/>
          <p:cNvSpPr>
            <a:spLocks noGrp="1"/>
          </p:cNvSpPr>
          <p:nvPr>
            <p:ph type="subTitle"/>
          </p:nvPr>
        </p:nvSpPr>
        <p:spPr>
          <a:xfrm>
            <a:off x="1523880" y="3602160"/>
            <a:ext cx="9141840" cy="165348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lang="en-US" sz="4400" b="0" u="none" strike="noStrike">
                <a:solidFill>
                  <a:schemeClr val="dk1"/>
                </a:solidFill>
                <a:effectLst/>
                <a:uFillTx/>
                <a:latin typeface="Calibri"/>
              </a:rPr>
              <a:t>Initial</a:t>
            </a:r>
            <a:endParaRPr lang="es-E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PlaceHolder 1"/>
          <p:cNvSpPr>
            <a:spLocks noGrp="1"/>
          </p:cNvSpPr>
          <p:nvPr>
            <p:ph type="title"/>
          </p:nvPr>
        </p:nvSpPr>
        <p:spPr>
          <a:xfrm>
            <a:off x="1523880" y="1122480"/>
            <a:ext cx="9141840" cy="23853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Functions vs Procedures</a:t>
            </a:r>
            <a:endParaRPr lang="es-ES" sz="6000" b="0" u="none" strike="noStrike">
              <a:solidFill>
                <a:srgbClr val="000000"/>
              </a:solidFill>
              <a:effectLst/>
              <a:uFillTx/>
              <a:latin typeface="Arial"/>
            </a:endParaRPr>
          </a:p>
        </p:txBody>
      </p:sp>
      <p:sp>
        <p:nvSpPr>
          <p:cNvPr id="64" name="PlaceHolder 2"/>
          <p:cNvSpPr>
            <a:spLocks noGrp="1"/>
          </p:cNvSpPr>
          <p:nvPr>
            <p:ph type="subTitle"/>
          </p:nvPr>
        </p:nvSpPr>
        <p:spPr>
          <a:xfrm>
            <a:off x="1523880" y="3602160"/>
            <a:ext cx="9141840" cy="165348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Functions</a:t>
            </a:r>
            <a:endParaRPr lang="es-ES" sz="4400" b="0" u="none" strike="noStrike">
              <a:solidFill>
                <a:srgbClr val="000000"/>
              </a:solidFill>
              <a:effectLst/>
              <a:uFillTx/>
              <a:latin typeface="Arial"/>
            </a:endParaRPr>
          </a:p>
        </p:txBody>
      </p:sp>
      <p:sp>
        <p:nvSpPr>
          <p:cNvPr id="66" name="PlaceHolder 2"/>
          <p:cNvSpPr>
            <a:spLocks noGrp="1"/>
          </p:cNvSpPr>
          <p:nvPr>
            <p:ph/>
          </p:nvPr>
        </p:nvSpPr>
        <p:spPr>
          <a:xfrm>
            <a:off x="838080" y="1825560"/>
            <a:ext cx="10513440" cy="434916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trike="noStrike">
                <a:solidFill>
                  <a:schemeClr val="dk1"/>
                </a:solidFill>
                <a:effectLst/>
                <a:uFillTx/>
                <a:latin typeface="Bahnschrift SemiBold"/>
              </a:rPr>
              <a:t>The functions are routines which perform some work or specific algorithm to solve the problem and return one of the </a:t>
            </a:r>
            <a:r>
              <a:rPr lang="es-ES" sz="1600" b="1" u="none" strike="noStrike">
                <a:solidFill>
                  <a:schemeClr val="dk1"/>
                </a:solidFill>
                <a:effectLst/>
                <a:uFillTx/>
                <a:latin typeface="Bahnschrift SemiBold"/>
              </a:rPr>
              <a:t>following</a:t>
            </a:r>
            <a:r>
              <a:rPr lang="en-US" sz="1600" b="1" u="none" strike="noStrike">
                <a:solidFill>
                  <a:schemeClr val="dk1"/>
                </a:solidFill>
                <a:effectLst/>
                <a:uFillTx/>
                <a:latin typeface="Bahnschrift SemiBold"/>
              </a:rPr>
              <a:t> values</a:t>
            </a:r>
            <a:r>
              <a:rPr lang="es-MX" sz="1600" b="1" u="none" strike="noStrike">
                <a:solidFill>
                  <a:schemeClr val="dk1"/>
                </a:solidFill>
                <a:effectLst/>
                <a:uFillTx/>
                <a:latin typeface="Bahnschrift SemiBold"/>
              </a:rPr>
              <a: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MX" sz="1600" b="1" u="none" strike="noStrike">
                <a:solidFill>
                  <a:schemeClr val="dk1"/>
                </a:solidFill>
                <a:effectLst/>
                <a:uFillTx/>
                <a:latin typeface="Bahnschrift SemiBold"/>
              </a:rPr>
              <a:t>Value (Number, Alphanumeric, Etc.)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MX" sz="1600" b="1" u="none" strike="noStrike">
                <a:solidFill>
                  <a:schemeClr val="dk1"/>
                </a:solidFill>
                <a:effectLst/>
                <a:uFillTx/>
                <a:latin typeface="Bahnschrift SemiBold"/>
              </a:rPr>
              <a:t>Function (Object Function)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MX" sz="1600" b="1" u="none" strike="noStrike">
                <a:solidFill>
                  <a:schemeClr val="dk1"/>
                </a:solidFill>
                <a:effectLst/>
                <a:uFillTx/>
                <a:latin typeface="Bahnschrift SemiBold"/>
              </a:rPr>
              <a:t>Array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s-MX" sz="1600" b="1" u="none" strike="noStrike">
                <a:solidFill>
                  <a:schemeClr val="dk1"/>
                </a:solidFill>
                <a:effectLst/>
                <a:uFillTx/>
                <a:latin typeface="Bahnschrift SemiBold"/>
              </a:rPr>
              <a:t>Set of Values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68" name="PlaceHolder 2"/>
          <p:cNvSpPr>
            <a:spLocks noGrp="1"/>
          </p:cNvSpPr>
          <p:nvPr>
            <p:ph/>
          </p:nvPr>
        </p:nvSpPr>
        <p:spPr>
          <a:xfrm>
            <a:off x="838080" y="1825560"/>
            <a:ext cx="10513440" cy="434916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procedures are routines which perform a work or algorithm meanwhile other functions do not return any value, receive parameters, each one of them is a different type of data, for example::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Int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Double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Float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Date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Char</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70"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routine is a series of commands where it performs an algorithm or problem, and it tries to solve such problem. This routine does not return any value. It receives parameters, and some of them are optional, others are mandatory.</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title"/>
          </p:nvPr>
        </p:nvSpPr>
        <p:spPr>
          <a:xfrm>
            <a:off x="1523880" y="1122480"/>
            <a:ext cx="9141840" cy="23853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Classes</a:t>
            </a:r>
            <a:endParaRPr lang="es-ES" sz="6000" b="0" u="none" strike="noStrike">
              <a:solidFill>
                <a:srgbClr val="000000"/>
              </a:solidFill>
              <a:effectLst/>
              <a:uFillTx/>
              <a:latin typeface="Arial"/>
            </a:endParaRPr>
          </a:p>
        </p:txBody>
      </p:sp>
      <p:sp>
        <p:nvSpPr>
          <p:cNvPr id="72" name="PlaceHolder 2"/>
          <p:cNvSpPr>
            <a:spLocks noGrp="1"/>
          </p:cNvSpPr>
          <p:nvPr>
            <p:ph type="subTitle"/>
          </p:nvPr>
        </p:nvSpPr>
        <p:spPr>
          <a:xfrm>
            <a:off x="1523880" y="3602160"/>
            <a:ext cx="9141840" cy="165348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Encapsulation</a:t>
            </a:r>
            <a:endParaRPr lang="es-ES" sz="4400" b="0" u="none" strike="noStrike">
              <a:solidFill>
                <a:srgbClr val="000000"/>
              </a:solidFill>
              <a:effectLst/>
              <a:uFillTx/>
              <a:latin typeface="Arial"/>
            </a:endParaRPr>
          </a:p>
        </p:txBody>
      </p:sp>
      <p:sp>
        <p:nvSpPr>
          <p:cNvPr id="74"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lnSpcReduction="9999"/>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encapsulation is for containing into one entity everything which it can do such entity,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Class</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Car</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Property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Color</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Type of Insurance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Method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Turn 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Stop</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Park</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Constructor </a:t>
            </a:r>
            <a:endParaRPr lang="es-ES" sz="4400" b="0" u="none" strike="noStrike">
              <a:solidFill>
                <a:srgbClr val="000000"/>
              </a:solidFill>
              <a:effectLst/>
              <a:uFillTx/>
              <a:latin typeface="Arial"/>
            </a:endParaRPr>
          </a:p>
        </p:txBody>
      </p:sp>
      <p:sp>
        <p:nvSpPr>
          <p:cNvPr id="76"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constructor is a intrinsic method of work which perform when it creates the instance of object. At the moment that creates an instance of class, it calls to this method by default. This used commonly to create the instance of the object.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constructor can be overwritten in different ways so that it can give different instances of the same object, and from there, it can be called in different ways for creating different instances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Constructor </a:t>
            </a:r>
            <a:endParaRPr lang="es-ES" sz="4400" b="0" u="none" strike="noStrike">
              <a:solidFill>
                <a:srgbClr val="000000"/>
              </a:solidFill>
              <a:effectLst/>
              <a:uFillTx/>
              <a:latin typeface="Arial"/>
            </a:endParaRPr>
          </a:p>
        </p:txBody>
      </p:sp>
      <p:sp>
        <p:nvSpPr>
          <p:cNvPr id="78" name="PlaceHolder 2"/>
          <p:cNvSpPr>
            <a:spLocks noGrp="1"/>
          </p:cNvSpPr>
          <p:nvPr>
            <p:ph/>
          </p:nvPr>
        </p:nvSpPr>
        <p:spPr>
          <a:xfrm>
            <a:off x="838080" y="1825560"/>
            <a:ext cx="10513440" cy="434916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that it can create different similar objects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80"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destructor is an intrinsic method that calls when it destroys the instance of an object. It is useful to free an space of memory and of this manner which the program do not full of trash.</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In this way, the program can work in a light way without not so much load and this is the way that can continue till finishes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82"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In the contrast, it can full much memory or make use of memory without using it, and there so, it can finish the program much before. And this does not happen very much when it works with volumes of data or tasks very big.</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program can finalize in different ways and better performance. This method is important. The program could delay in many occasions without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84"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Method is an action of the class. It can be called after it creates an instance of the object. So there each method can be called to solve some particular problem, and you can create as many methods as possible.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Each one of them will perform a different task and it will solve many problems during the execution of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86" name="PlaceHolder 2"/>
          <p:cNvSpPr>
            <a:spLocks noGrp="1"/>
          </p:cNvSpPr>
          <p:nvPr>
            <p:ph/>
          </p:nvPr>
        </p:nvSpPr>
        <p:spPr>
          <a:xfrm>
            <a:off x="838080" y="1825560"/>
            <a:ext cx="10513440" cy="434916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Such beginning or ending of program, is very important its task, because of that, it is used such many times during the running of the program.</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If inside this method, it is used many resources of the system, we should consider that we have something to free those resources because they are blocks or chunks or memory.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1523880" y="1122480"/>
            <a:ext cx="9141840" cy="23853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Visibility</a:t>
            </a:r>
            <a:endParaRPr lang="es-ES" sz="6000" b="0" u="none" strike="noStrike">
              <a:solidFill>
                <a:srgbClr val="000000"/>
              </a:solidFill>
              <a:effectLst/>
              <a:uFillTx/>
              <a:latin typeface="Arial"/>
            </a:endParaRPr>
          </a:p>
        </p:txBody>
      </p:sp>
      <p:sp>
        <p:nvSpPr>
          <p:cNvPr id="88" name="PlaceHolder 2"/>
          <p:cNvSpPr>
            <a:spLocks noGrp="1"/>
          </p:cNvSpPr>
          <p:nvPr>
            <p:ph type="subTitle"/>
          </p:nvPr>
        </p:nvSpPr>
        <p:spPr>
          <a:xfrm>
            <a:off x="1523880" y="3602160"/>
            <a:ext cx="9141840" cy="165348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90"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visibility is a feature that each property or method of the class has,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Private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It means when it can not be accessed from outside. Only it can be called from the class.</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Protected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It means when it can not be accessed from outside. Only it can be called from the same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92" name="PlaceHolder 2"/>
          <p:cNvSpPr>
            <a:spLocks noGrp="1"/>
          </p:cNvSpPr>
          <p:nvPr>
            <p:ph/>
          </p:nvPr>
        </p:nvSpPr>
        <p:spPr>
          <a:xfrm>
            <a:off x="838080" y="1825560"/>
            <a:ext cx="10513440" cy="4349160"/>
          </a:xfrm>
          <a:prstGeom prst="rect">
            <a:avLst/>
          </a:prstGeom>
          <a:noFill/>
          <a:ln w="0">
            <a:noFill/>
          </a:ln>
        </p:spPr>
        <p:txBody>
          <a:bodyPr lIns="91440" rIns="91440" tIns="45720" bIns="45720" anchor="t">
            <a:noAutofit/>
          </a:bodyPr>
          <a:p>
            <a:pPr marL="228600" indent="-228600" defTabSz="914400">
              <a:lnSpc>
                <a:spcPct val="150000"/>
              </a:lnSpc>
              <a:spcBef>
                <a:spcPts val="1001"/>
              </a:spcBef>
              <a:buClr>
                <a:srgbClr val="000000"/>
              </a:buClr>
              <a:buFont typeface="Arial"/>
              <a:buChar char="•"/>
            </a:pPr>
            <a:r>
              <a:rPr lang="en-US" sz="1600" b="1" u="none" strike="noStrike">
                <a:solidFill>
                  <a:schemeClr val="dk1"/>
                </a:solidFill>
                <a:effectLst/>
                <a:uFillTx/>
                <a:latin typeface="Bahnschrift SemiBold"/>
              </a:rPr>
              <a:t>Public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pPr>
            <a:r>
              <a:rPr lang="en-US" sz="1600" b="1" u="none" strike="noStrike">
                <a:solidFill>
                  <a:schemeClr val="dk1"/>
                </a:solidFill>
                <a:effectLst/>
                <a:uFillTx/>
                <a:latin typeface="Bahnschrift SemiBold"/>
              </a:rPr>
              <a:t>It means when it can be accessed from outside. After the creation of the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Overwrite</a:t>
            </a:r>
            <a:endParaRPr lang="es-ES" sz="4400" b="0" u="none" strike="noStrike">
              <a:solidFill>
                <a:srgbClr val="000000"/>
              </a:solidFill>
              <a:effectLst/>
              <a:uFillTx/>
              <a:latin typeface="Arial"/>
            </a:endParaRPr>
          </a:p>
        </p:txBody>
      </p:sp>
      <p:sp>
        <p:nvSpPr>
          <p:cNvPr id="94"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it repeats the same method but with more parameters. In other words, it has the same signature.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And it can be overwritten such many times as you wish, however we should be careful with it, because if we repeat it many times, it could create confusions at the moment that another developer tries to continue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Override</a:t>
            </a:r>
            <a:endParaRPr lang="es-ES" sz="4400" b="0" u="none" strike="noStrike">
              <a:solidFill>
                <a:srgbClr val="000000"/>
              </a:solidFill>
              <a:effectLst/>
              <a:uFillTx/>
              <a:latin typeface="Arial"/>
            </a:endParaRPr>
          </a:p>
        </p:txBody>
      </p:sp>
      <p:sp>
        <p:nvSpPr>
          <p:cNvPr id="96"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it repeats the same method but it has the same parameters. In other words, and a bit more technical it has the same signature but with different &lt;type&gt; of parameters.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However, you need to pay attention because it can be confusing for other developers who need to continue or modify the method implementation.</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3440" cy="13233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Inheritance</a:t>
            </a:r>
            <a:endParaRPr lang="es-ES" sz="4400" b="0" u="none" strike="noStrike">
              <a:solidFill>
                <a:srgbClr val="000000"/>
              </a:solidFill>
              <a:effectLst/>
              <a:uFillTx/>
              <a:latin typeface="Arial"/>
            </a:endParaRPr>
          </a:p>
        </p:txBody>
      </p:sp>
      <p:sp>
        <p:nvSpPr>
          <p:cNvPr id="98" name="PlaceHolder 2"/>
          <p:cNvSpPr>
            <a:spLocks noGrp="1"/>
          </p:cNvSpPr>
          <p:nvPr>
            <p:ph/>
          </p:nvPr>
        </p:nvSpPr>
        <p:spPr>
          <a:xfrm>
            <a:off x="838080" y="1825560"/>
            <a:ext cx="10513440" cy="43491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data inherits the same method and/or properties from the parent class. This is used frequently to reuse the same functionalities from the classes which are levels above. And you do not need to write the code again.</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Because of this, the program codification speeds up.</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Interface</a:t>
            </a:r>
            <a:endParaRPr lang="es-ES" sz="4400" b="0" u="none" strike="noStrike">
              <a:solidFill>
                <a:srgbClr val="000000"/>
              </a:solidFill>
              <a:effectLst/>
              <a:uFillTx/>
              <a:latin typeface="Arial"/>
            </a:endParaRPr>
          </a:p>
        </p:txBody>
      </p:sp>
      <p:sp>
        <p:nvSpPr>
          <p:cNvPr id="100" name="PlaceHolder 3"/>
          <p:cNvSpPr/>
          <p:nvPr/>
        </p:nvSpPr>
        <p:spPr>
          <a:xfrm>
            <a:off x="838440" y="1825560"/>
            <a:ext cx="10513440" cy="4349160"/>
          </a:xfrm>
          <a:prstGeom prst="rect">
            <a:avLst/>
          </a:prstGeom>
          <a:noFill/>
          <a:ln w="0">
            <a:noFill/>
          </a:ln>
        </p:spPr>
        <p:style>
          <a:lnRef idx="0"/>
          <a:fillRef idx="0"/>
          <a:effectRef idx="0"/>
          <a:fontRef idx="minor"/>
        </p:style>
        <p:txBody>
          <a:bodyPr lIns="90000" rIns="90000" tIns="45000" bIns="45000" anchor="t">
            <a:normAutofit/>
          </a:bodyPr>
          <a:p>
            <a:pPr defTabSz="914400">
              <a:lnSpc>
                <a:spcPct val="150000"/>
              </a:lnSpc>
              <a:spcBef>
                <a:spcPts val="1001"/>
              </a:spcBef>
              <a:tabLst>
                <a:tab algn="l" pos="0"/>
              </a:tabLst>
            </a:pPr>
            <a:r>
              <a:rPr lang="en-US" sz="1600" b="0" u="none" strike="noStrike">
                <a:solidFill>
                  <a:schemeClr val="dk1"/>
                </a:solidFill>
                <a:effectLst/>
                <a:uFillTx/>
                <a:latin typeface="Bahnschrift"/>
              </a:rPr>
              <a:t>It is used for creating an interface that the class needs to respect.</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r>
              <a:rPr lang="en-US" sz="1600" b="0" u="none" strike="noStrike">
                <a:solidFill>
                  <a:schemeClr val="dk1"/>
                </a:solidFill>
                <a:effectLst/>
                <a:uFillTx/>
                <a:latin typeface="Bahnschrift"/>
              </a:rPr>
              <a:t>The class must contain the same methods and/or properties that the interface contains. Then, the children classes will have the same inheritance.</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3696</TotalTime>
  <Application>LibreOffice/25.8.5.2$Windows_X86_64 LibreOffice_project/9c8b85f387cc00a89945a79c9e6239f32e450ac2</Application>
  <AppVersion>15.0000</AppVersion>
  <Words>786</Words>
  <Paragraphs>68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2021-05-17T20:53:17Z</dcterms:created>
  <dc:creator>scott</dc:creator>
  <dc:description/>
  <dc:language>es-ES</dc:language>
  <cp:lastModifiedBy/>
  <cp:lastPrinted>2024-07-06T12:29:54Z</cp:lastPrinted>
  <dcterms:modified xsi:type="dcterms:W3CDTF">2026-04-17T06:01:15Z</dcterms:modified>
  <cp:revision>150</cp:revision>
  <dc:subject/>
  <dc:title>Funciones - Procedimientos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49</vt:i4>
  </property>
</Properties>
</file>