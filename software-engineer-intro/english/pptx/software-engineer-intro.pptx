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presentation.xml" ContentType="application/vnd.openxmlformats-officedocument.presentationml.presentation.main+xml"/>
  <Override PartName="/ppt/slideMasters/slideMaster100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99.xml" ContentType="application/vnd.openxmlformats-officedocument.presentationml.slideMaster+xml"/>
  <Override PartName="/ppt/slideMasters/slideMaster101.xml" ContentType="application/vnd.openxmlformats-officedocument.presentationml.slideMaster+xml"/>
  <Override PartName="/ppt/slideMasters/slideMaster102.xml" ContentType="application/vnd.openxmlformats-officedocument.presentationml.slideMaster+xml"/>
  <Override PartName="/ppt/slideMasters/slideMaster47.xml" ContentType="application/vnd.openxmlformats-officedocument.presentationml.slideMaster+xml"/>
  <Override PartName="/ppt/slideMasters/slideMaster48.xml" ContentType="application/vnd.openxmlformats-officedocument.presentationml.slideMaster+xml"/>
  <Override PartName="/ppt/slideMasters/slideMaster49.xml" ContentType="application/vnd.openxmlformats-officedocument.presentationml.slideMaster+xml"/>
  <Override PartName="/ppt/slideMasters/slideMaster103.xml" ContentType="application/vnd.openxmlformats-officedocument.presentationml.slideMaster+xml"/>
  <Override PartName="/ppt/slideMasters/slideMaster104.xml" ContentType="application/vnd.openxmlformats-officedocument.presentationml.slideMaster+xml"/>
  <Override PartName="/ppt/slideMasters/slideMaster105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10.xml" ContentType="application/vnd.openxmlformats-officedocument.presentationml.slideLayout+xml"/>
  <Override PartName="/ppt/presProps.xml" ContentType="application/vnd.openxmlformats-officedocument.presentationml.presProps+xml"/>
  <Override PartName="/ppt/slides/slide45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46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47.xml" ContentType="application/vnd.openxmlformats-officedocument.presentationml.slide+xml"/>
  <Override PartName="/ppt/slides/slide3.xml" ContentType="application/vnd.openxmlformats-officedocument.presentationml.slide+xml"/>
  <Override PartName="/ppt/slides/slide40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42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43.xml" ContentType="application/vnd.openxmlformats-officedocument.presentationml.slide+xml"/>
  <Override PartName="/ppt/slides/slide7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49.xml" ContentType="application/vnd.openxmlformats-officedocument.presentationml.slide+xml"/>
  <Override PartName="/ppt/slides/slide14.xml" ContentType="application/vnd.openxmlformats-officedocument.presentationml.slide+xml"/>
  <Override PartName="/ppt/slides/slide48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44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95" r:id="rId3"/>
    <p:sldMasterId id="2147483697" r:id="rId4"/>
    <p:sldMasterId id="2147483699" r:id="rId5"/>
    <p:sldMasterId id="2147483755" r:id="rId6"/>
    <p:sldMasterId id="2147483757" r:id="rId7"/>
    <p:sldMasterId id="2147483759" r:id="rId8"/>
    <p:sldMasterId id="2147483761" r:id="rId9"/>
    <p:sldMasterId id="2147483763" r:id="rId10"/>
    <p:sldMasterId id="2147483765" r:id="rId11"/>
    <p:sldMasterId id="2147483767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  <p:sldId id="281" r:id="rId38"/>
    <p:sldId id="282" r:id="rId39"/>
    <p:sldId id="283" r:id="rId40"/>
    <p:sldId id="284" r:id="rId41"/>
    <p:sldId id="285" r:id="rId42"/>
    <p:sldId id="286" r:id="rId43"/>
    <p:sldId id="287" r:id="rId44"/>
    <p:sldId id="288" r:id="rId45"/>
    <p:sldId id="289" r:id="rId46"/>
    <p:sldId id="290" r:id="rId47"/>
    <p:sldId id="291" r:id="rId48"/>
    <p:sldId id="292" r:id="rId49"/>
    <p:sldId id="293" r:id="rId50"/>
    <p:sldId id="294" r:id="rId51"/>
    <p:sldId id="295" r:id="rId52"/>
    <p:sldId id="296" r:id="rId53"/>
    <p:sldId id="297" r:id="rId54"/>
    <p:sldId id="298" r:id="rId55"/>
    <p:sldId id="299" r:id="rId56"/>
    <p:sldId id="300" r:id="rId57"/>
    <p:sldId id="301" r:id="rId58"/>
    <p:sldId id="302" r:id="rId59"/>
    <p:sldId id="303" r:id="rId60"/>
    <p:sldId id="304" r:id="rId61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47.xml"/><Relationship Id="rId4" Type="http://schemas.openxmlformats.org/officeDocument/2006/relationships/slideMaster" Target="slideMasters/slideMaster48.xml"/><Relationship Id="rId5" Type="http://schemas.openxmlformats.org/officeDocument/2006/relationships/slideMaster" Target="slideMasters/slideMaster49.xml"/><Relationship Id="rId6" Type="http://schemas.openxmlformats.org/officeDocument/2006/relationships/slideMaster" Target="slideMasters/slideMaster99.xml"/><Relationship Id="rId7" Type="http://schemas.openxmlformats.org/officeDocument/2006/relationships/slideMaster" Target="slideMasters/slideMaster100.xml"/><Relationship Id="rId8" Type="http://schemas.openxmlformats.org/officeDocument/2006/relationships/slideMaster" Target="slideMasters/slideMaster101.xml"/><Relationship Id="rId9" Type="http://schemas.openxmlformats.org/officeDocument/2006/relationships/slideMaster" Target="slideMasters/slideMaster102.xml"/><Relationship Id="rId10" Type="http://schemas.openxmlformats.org/officeDocument/2006/relationships/slideMaster" Target="slideMasters/slideMaster103.xml"/><Relationship Id="rId11" Type="http://schemas.openxmlformats.org/officeDocument/2006/relationships/slideMaster" Target="slideMasters/slideMaster104.xml"/><Relationship Id="rId12" Type="http://schemas.openxmlformats.org/officeDocument/2006/relationships/slideMaster" Target="slideMasters/slideMaster105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Relationship Id="rId39" Type="http://schemas.openxmlformats.org/officeDocument/2006/relationships/slide" Target="slides/slide27.xml"/><Relationship Id="rId40" Type="http://schemas.openxmlformats.org/officeDocument/2006/relationships/slide" Target="slides/slide28.xml"/><Relationship Id="rId41" Type="http://schemas.openxmlformats.org/officeDocument/2006/relationships/slide" Target="slides/slide29.xml"/><Relationship Id="rId42" Type="http://schemas.openxmlformats.org/officeDocument/2006/relationships/slide" Target="slides/slide30.xml"/><Relationship Id="rId43" Type="http://schemas.openxmlformats.org/officeDocument/2006/relationships/slide" Target="slides/slide31.xml"/><Relationship Id="rId44" Type="http://schemas.openxmlformats.org/officeDocument/2006/relationships/slide" Target="slides/slide32.xml"/><Relationship Id="rId45" Type="http://schemas.openxmlformats.org/officeDocument/2006/relationships/slide" Target="slides/slide33.xml"/><Relationship Id="rId46" Type="http://schemas.openxmlformats.org/officeDocument/2006/relationships/slide" Target="slides/slide34.xml"/><Relationship Id="rId47" Type="http://schemas.openxmlformats.org/officeDocument/2006/relationships/slide" Target="slides/slide35.xml"/><Relationship Id="rId48" Type="http://schemas.openxmlformats.org/officeDocument/2006/relationships/slide" Target="slides/slide36.xml"/><Relationship Id="rId49" Type="http://schemas.openxmlformats.org/officeDocument/2006/relationships/slide" Target="slides/slide37.xml"/><Relationship Id="rId50" Type="http://schemas.openxmlformats.org/officeDocument/2006/relationships/slide" Target="slides/slide38.xml"/><Relationship Id="rId51" Type="http://schemas.openxmlformats.org/officeDocument/2006/relationships/slide" Target="slides/slide39.xml"/><Relationship Id="rId52" Type="http://schemas.openxmlformats.org/officeDocument/2006/relationships/slide" Target="slides/slide40.xml"/><Relationship Id="rId53" Type="http://schemas.openxmlformats.org/officeDocument/2006/relationships/slide" Target="slides/slide41.xml"/><Relationship Id="rId54" Type="http://schemas.openxmlformats.org/officeDocument/2006/relationships/slide" Target="slides/slide42.xml"/><Relationship Id="rId55" Type="http://schemas.openxmlformats.org/officeDocument/2006/relationships/slide" Target="slides/slide43.xml"/><Relationship Id="rId56" Type="http://schemas.openxmlformats.org/officeDocument/2006/relationships/slide" Target="slides/slide44.xml"/><Relationship Id="rId57" Type="http://schemas.openxmlformats.org/officeDocument/2006/relationships/slide" Target="slides/slide45.xml"/><Relationship Id="rId58" Type="http://schemas.openxmlformats.org/officeDocument/2006/relationships/slide" Target="slides/slide46.xml"/><Relationship Id="rId59" Type="http://schemas.openxmlformats.org/officeDocument/2006/relationships/slide" Target="slides/slide47.xml"/><Relationship Id="rId60" Type="http://schemas.openxmlformats.org/officeDocument/2006/relationships/slide" Target="slides/slide48.xml"/><Relationship Id="rId61" Type="http://schemas.openxmlformats.org/officeDocument/2006/relationships/slide" Target="slides/slide49.xml"/><Relationship Id="rId6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7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8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8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8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8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8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8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9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9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9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9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9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9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9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9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9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9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10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10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10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10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10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9.xml"/>
</Relationships>
</file>

<file path=ppt/slideLayouts/_rels/slideLayout10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0.xml"/>
</Relationships>
</file>

<file path=ppt/slideLayouts/_rels/slideLayout10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1.xml"/>
</Relationships>
</file>

<file path=ppt/slideLayouts/_rels/slideLayout10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2.xml"/>
</Relationships>
</file>

<file path=ppt/slideLayouts/_rels/slideLayout10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3.xml"/>
</Relationships>
</file>

<file path=ppt/slideLayouts/_rels/slideLayout10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4.xml"/>
</Relationships>
</file>

<file path=ppt/slideLayouts/_rels/slideLayout1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Predeterminado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838080" y="888480"/>
            <a:ext cx="105062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3024DD5-4366-430A-9F12-9B2FA59053AF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040" cy="397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terminado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888480"/>
            <a:ext cx="105062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A77811F-A170-462A-94D5-CE5EA77340F5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040" cy="397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terminado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8080" y="888480"/>
            <a:ext cx="105062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37BE459-4729-4533-A206-DEAD64B4491E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040" cy="397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Predeterminado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888480"/>
            <a:ext cx="105062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AB61E50-4767-40FB-8AF6-2B28B043EC6A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040" cy="397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888480"/>
            <a:ext cx="105062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688FBDC-05F0-4C2B-80E3-97B95C8BBCD2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040" cy="397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8080" y="888480"/>
            <a:ext cx="105062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F3CDC93-7D15-479E-B0E5-E3509E8ADCD1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040" cy="397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terminado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838080" y="888480"/>
            <a:ext cx="105062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sldNum" idx="20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6B1E9EE-4C1D-4513-B3D5-7FD0B90C8DFE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040" cy="397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Predeterminado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838080" y="888480"/>
            <a:ext cx="105062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sldNum" idx="23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B11BD0F-AE1E-4308-B971-25250FAE63FA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040" cy="397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838080" y="888480"/>
            <a:ext cx="105062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sldNum" idx="26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C3DCCC3-5F7F-469C-A50C-6F2B5BB792B9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040" cy="397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Predeterminado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838080" y="888480"/>
            <a:ext cx="105062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sldNum" idx="29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8BCED62-8290-40A4-B280-3C47F8144BDF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040" cy="397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Predeterminado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838080" y="888480"/>
            <a:ext cx="105062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ftr" idx="31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sldNum" idx="32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D4B7832-5438-4B5E-AE57-50A645F39581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dt" idx="33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040" cy="397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838080" y="888480"/>
            <a:ext cx="105062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ftr" idx="34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sldNum" idx="35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4A3FC1B-C3AE-4254-B778-D0C6C9B8D99B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dt" idx="36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040" cy="397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terminado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838080" y="888480"/>
            <a:ext cx="105062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ftr" idx="37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sldNum" idx="38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2C0C933-DFE1-43C0-842C-E3771EF3FA4C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dt" idx="39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040" cy="397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Predeterminado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8080" y="888480"/>
            <a:ext cx="105062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ftr" idx="40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sldNum" idx="41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C2BF53F-B31C-4308-BC9E-3C8B95ACF329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dt" idx="42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040" cy="397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Predeterminado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7600320" y="888840"/>
            <a:ext cx="3744360" cy="126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anchorCtr="1" vert="eaVer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609480" y="273240"/>
            <a:ext cx="8528400" cy="530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vert="eaVer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ftr" idx="43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sldNum" idx="44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1D49D7E-F79C-416C-BBAB-94EC22C4CF65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 type="dt" idx="45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terminado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838080" y="888480"/>
            <a:ext cx="105062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ftr" idx="46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sldNum" idx="47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BDA28D7-300E-47F4-8536-F94EBFC574F6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 type="dt" idx="48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040" cy="397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terminado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838080" y="888480"/>
            <a:ext cx="105062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ftr" idx="49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sldNum" idx="50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A16168C-A4A5-42A9-80E5-50AC55C17878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dt" idx="51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040" cy="397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838080" y="888480"/>
            <a:ext cx="105062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ftr" idx="52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sldNum" idx="53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50945A6-773F-40B6-9099-D6051BB7F522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 type="dt" idx="54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040" cy="397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Predeterminado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838080" y="888480"/>
            <a:ext cx="105062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ftr" idx="55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sldNum" idx="56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A64FDD8-FA2B-4B57-90CF-CCDBF041B177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 type="dt" idx="57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040" cy="397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Predeterminado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838080" y="888480"/>
            <a:ext cx="105062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ftr" idx="58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sldNum" idx="59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C89A60A-65C1-420D-AEC8-E25B83E4108B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PlaceHolder 4"/>
          <p:cNvSpPr>
            <a:spLocks noGrp="1"/>
          </p:cNvSpPr>
          <p:nvPr>
            <p:ph type="dt" idx="60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040" cy="397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Predeterminado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838080" y="888480"/>
            <a:ext cx="105062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ftr" idx="61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sldNum" idx="62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6EE0669-907C-40C5-A3FB-D45DC180147F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 type="dt" idx="63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040" cy="397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838080" y="888480"/>
            <a:ext cx="105062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ftr" idx="64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sldNum" idx="65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5A981F1-ED4A-48FD-876E-500418E51099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 type="dt" idx="66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040" cy="397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Predeterminado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838080" y="888480"/>
            <a:ext cx="105062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6680" cy="397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vert="eaVert">
            <a:normAutofit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ftr" idx="67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PlaceHolder 4"/>
          <p:cNvSpPr>
            <a:spLocks noGrp="1"/>
          </p:cNvSpPr>
          <p:nvPr>
            <p:ph type="sldNum" idx="68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EB3C46F-3323-4461-9D32-2595914E16C8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PlaceHolder 5"/>
          <p:cNvSpPr>
            <a:spLocks noGrp="1"/>
          </p:cNvSpPr>
          <p:nvPr>
            <p:ph type="dt" idx="69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terminado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838080" y="888480"/>
            <a:ext cx="105062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 type="ftr" idx="70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sldNum" idx="71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03291C2-20DC-463C-A96A-C89242D1F4AE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 type="dt" idx="72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040" cy="397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terminado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838080" y="888480"/>
            <a:ext cx="105062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 type="ftr" idx="73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 type="sldNum" idx="74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E0DAFF5-93B0-461B-B24F-D7B2A98EE6DE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PlaceHolder 4"/>
          <p:cNvSpPr>
            <a:spLocks noGrp="1"/>
          </p:cNvSpPr>
          <p:nvPr>
            <p:ph type="dt" idx="75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040" cy="397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terminado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838080" y="888480"/>
            <a:ext cx="105062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ftr" idx="76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sldNum" idx="77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E58EBBD-1CF4-4610-BE22-C1BB43641639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PlaceHolder 4"/>
          <p:cNvSpPr>
            <a:spLocks noGrp="1"/>
          </p:cNvSpPr>
          <p:nvPr>
            <p:ph type="dt" idx="78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040" cy="397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838080" y="888480"/>
            <a:ext cx="105062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ftr" idx="79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sldNum" idx="80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0352461-5508-4FA5-B83A-CE52A9548289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PlaceHolder 4"/>
          <p:cNvSpPr>
            <a:spLocks noGrp="1"/>
          </p:cNvSpPr>
          <p:nvPr>
            <p:ph type="dt" idx="81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040" cy="397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Predeterminado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838080" y="888480"/>
            <a:ext cx="105062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 type="ftr" idx="82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sldNum" idx="83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1991BA4-D01E-4BD6-AE8B-955956F9B599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PlaceHolder 4"/>
          <p:cNvSpPr>
            <a:spLocks noGrp="1"/>
          </p:cNvSpPr>
          <p:nvPr>
            <p:ph type="dt" idx="84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040" cy="397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Predetermina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838080" y="888480"/>
            <a:ext cx="105062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 type="ftr" idx="85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 type="sldNum" idx="86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FC623EA-C70E-4641-BB21-DA30D2418BB2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PlaceHolder 4"/>
          <p:cNvSpPr>
            <a:spLocks noGrp="1"/>
          </p:cNvSpPr>
          <p:nvPr>
            <p:ph type="dt" idx="87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040" cy="397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838080" y="888480"/>
            <a:ext cx="105062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 type="ftr" idx="88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PlaceHolder 3"/>
          <p:cNvSpPr>
            <a:spLocks noGrp="1"/>
          </p:cNvSpPr>
          <p:nvPr>
            <p:ph type="sldNum" idx="89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DD0A12A-A62F-4E90-8E70-65E9938452DA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PlaceHolder 4"/>
          <p:cNvSpPr>
            <a:spLocks noGrp="1"/>
          </p:cNvSpPr>
          <p:nvPr>
            <p:ph type="dt" idx="90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040" cy="397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Predeterminado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838080" y="888480"/>
            <a:ext cx="105062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 type="ftr" idx="91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sldNum" idx="92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C18C172-8A39-4830-8A1B-79473421640A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PlaceHolder 4"/>
          <p:cNvSpPr>
            <a:spLocks noGrp="1"/>
          </p:cNvSpPr>
          <p:nvPr>
            <p:ph type="dt" idx="93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040" cy="397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terminado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838080" y="888480"/>
            <a:ext cx="105062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 type="ftr" idx="94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 type="sldNum" idx="95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BE45A09-7EFD-483E-9496-B74D0BE79C80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PlaceHolder 4"/>
          <p:cNvSpPr>
            <a:spLocks noGrp="1"/>
          </p:cNvSpPr>
          <p:nvPr>
            <p:ph type="dt" idx="96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040" cy="397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ftr" idx="97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PlaceHolder 2"/>
          <p:cNvSpPr>
            <a:spLocks noGrp="1"/>
          </p:cNvSpPr>
          <p:nvPr>
            <p:ph type="sldNum" idx="98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94AB946-B00B-4F0F-8143-2DBC53ED18A9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 type="dt" idx="99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838080" y="888480"/>
            <a:ext cx="105062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 type="ftr" idx="100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sldNum" idx="101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4255DCC-ED1F-4CE4-8624-E2DAD4D84CD1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PlaceHolder 4"/>
          <p:cNvSpPr>
            <a:spLocks noGrp="1"/>
          </p:cNvSpPr>
          <p:nvPr>
            <p:ph type="dt" idx="102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040" cy="397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terminado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838080" y="888480"/>
            <a:ext cx="105062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 type="ftr" idx="103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PlaceHolder 3"/>
          <p:cNvSpPr>
            <a:spLocks noGrp="1"/>
          </p:cNvSpPr>
          <p:nvPr>
            <p:ph type="sldNum" idx="104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ED9D130-7A7C-4091-9636-F539B2BAB495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PlaceHolder 4"/>
          <p:cNvSpPr>
            <a:spLocks noGrp="1"/>
          </p:cNvSpPr>
          <p:nvPr>
            <p:ph type="dt" idx="105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040" cy="397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Predeterminado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838080" y="888480"/>
            <a:ext cx="105062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 type="ftr" idx="106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sldNum" idx="107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BE48C5F-CFC0-45B0-934E-85CF68735C69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PlaceHolder 4"/>
          <p:cNvSpPr>
            <a:spLocks noGrp="1"/>
          </p:cNvSpPr>
          <p:nvPr>
            <p:ph type="dt" idx="108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040" cy="397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terminado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838080" y="888480"/>
            <a:ext cx="105062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48520" cy="397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48520" cy="397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PlaceHolder 4"/>
          <p:cNvSpPr>
            <a:spLocks noGrp="1"/>
          </p:cNvSpPr>
          <p:nvPr>
            <p:ph type="ftr" idx="109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PlaceHolder 5"/>
          <p:cNvSpPr>
            <a:spLocks noGrp="1"/>
          </p:cNvSpPr>
          <p:nvPr>
            <p:ph type="sldNum" idx="110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69E104F-6A38-423D-A8F7-09DFA64D59EA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PlaceHolder 6"/>
          <p:cNvSpPr>
            <a:spLocks noGrp="1"/>
          </p:cNvSpPr>
          <p:nvPr>
            <p:ph type="dt" idx="111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terminado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838080" y="888480"/>
            <a:ext cx="105062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 type="ftr" idx="112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 type="sldNum" idx="113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11C3458-1BD5-4837-BDD2-FC293DDB61F2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PlaceHolder 4"/>
          <p:cNvSpPr>
            <a:spLocks noGrp="1"/>
          </p:cNvSpPr>
          <p:nvPr>
            <p:ph type="dt" idx="114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040" cy="397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terminado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838080" y="888480"/>
            <a:ext cx="105062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PlaceHolder 2"/>
          <p:cNvSpPr>
            <a:spLocks noGrp="1"/>
          </p:cNvSpPr>
          <p:nvPr>
            <p:ph type="ftr" idx="115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sldNum" idx="116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8AB03A9-AF8E-4EB7-86B0-D9777B2DB7A7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PlaceHolder 4"/>
          <p:cNvSpPr>
            <a:spLocks noGrp="1"/>
          </p:cNvSpPr>
          <p:nvPr>
            <p:ph type="dt" idx="117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Predeterminado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838080" y="888480"/>
            <a:ext cx="105062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 type="ftr" idx="118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sldNum" idx="119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D8C3299-9E40-49E2-8C61-C157B9EB78E3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PlaceHolder 4"/>
          <p:cNvSpPr>
            <a:spLocks noGrp="1"/>
          </p:cNvSpPr>
          <p:nvPr>
            <p:ph type="dt" idx="120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040" cy="397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redeterminado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838080" y="888480"/>
            <a:ext cx="105062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 type="ftr" idx="121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sldNum" idx="122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61C2E6F-FE77-4D7E-87F4-5077A294CE10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PlaceHolder 4"/>
          <p:cNvSpPr>
            <a:spLocks noGrp="1"/>
          </p:cNvSpPr>
          <p:nvPr>
            <p:ph type="dt" idx="123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040" cy="397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Predeterminado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838080" y="888480"/>
            <a:ext cx="105062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PlaceHolder 2"/>
          <p:cNvSpPr>
            <a:spLocks noGrp="1"/>
          </p:cNvSpPr>
          <p:nvPr>
            <p:ph type="ftr" idx="124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sldNum" idx="125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9436329-35EC-494B-8139-032E9D54DCF7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PlaceHolder 4"/>
          <p:cNvSpPr>
            <a:spLocks noGrp="1"/>
          </p:cNvSpPr>
          <p:nvPr>
            <p:ph type="dt" idx="126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040" cy="397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terminado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title"/>
          </p:nvPr>
        </p:nvSpPr>
        <p:spPr>
          <a:xfrm>
            <a:off x="838080" y="888480"/>
            <a:ext cx="105062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PlaceHolder 2"/>
          <p:cNvSpPr>
            <a:spLocks noGrp="1"/>
          </p:cNvSpPr>
          <p:nvPr>
            <p:ph type="ftr" idx="127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PlaceHolder 3"/>
          <p:cNvSpPr>
            <a:spLocks noGrp="1"/>
          </p:cNvSpPr>
          <p:nvPr>
            <p:ph type="sldNum" idx="128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7DCD63C-B0EF-4018-ADE1-C74A061F18B8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PlaceHolder 4"/>
          <p:cNvSpPr>
            <a:spLocks noGrp="1"/>
          </p:cNvSpPr>
          <p:nvPr>
            <p:ph type="dt" idx="129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040" cy="397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terminado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838080" y="888480"/>
            <a:ext cx="105062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PlaceHolder 2"/>
          <p:cNvSpPr>
            <a:spLocks noGrp="1"/>
          </p:cNvSpPr>
          <p:nvPr>
            <p:ph type="ftr" idx="130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sldNum" idx="131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2DCC5D8-6D70-4613-9EB8-ECDDBBE6C6BC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PlaceHolder 4"/>
          <p:cNvSpPr>
            <a:spLocks noGrp="1"/>
          </p:cNvSpPr>
          <p:nvPr>
            <p:ph type="dt" idx="132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040" cy="397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Predeterminado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838080" y="888480"/>
            <a:ext cx="105062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PlaceHolder 2"/>
          <p:cNvSpPr>
            <a:spLocks noGrp="1"/>
          </p:cNvSpPr>
          <p:nvPr>
            <p:ph type="ftr" idx="133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 type="sldNum" idx="134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54394C6-AA6E-49A5-9C23-512BE3655917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PlaceHolder 4"/>
          <p:cNvSpPr>
            <a:spLocks noGrp="1"/>
          </p:cNvSpPr>
          <p:nvPr>
            <p:ph type="dt" idx="135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040" cy="397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terminado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838080" y="888480"/>
            <a:ext cx="105062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PlaceHolder 2"/>
          <p:cNvSpPr>
            <a:spLocks noGrp="1"/>
          </p:cNvSpPr>
          <p:nvPr>
            <p:ph type="ftr" idx="136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 type="sldNum" idx="137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0C57B18-656B-49B1-940A-6B6550337047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PlaceHolder 4"/>
          <p:cNvSpPr>
            <a:spLocks noGrp="1"/>
          </p:cNvSpPr>
          <p:nvPr>
            <p:ph type="dt" idx="138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040" cy="397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title"/>
          </p:nvPr>
        </p:nvSpPr>
        <p:spPr>
          <a:xfrm>
            <a:off x="838080" y="713880"/>
            <a:ext cx="105062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06240" cy="434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vert="eaVer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0"/>
          </p:nvPr>
        </p:nvSpPr>
        <p:spPr/>
        <p:txBody>
          <a:bodyPr/>
          <a:p>
            <a:fld id="{A3E5099D-5299-41BC-94E6-97A2D9DD01E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4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7595280" y="889200"/>
            <a:ext cx="3750120" cy="127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anchorCtr="1" vert="eaVert">
            <a:no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PlaceHolder 2"/>
          <p:cNvSpPr>
            <a:spLocks noGrp="1"/>
          </p:cNvSpPr>
          <p:nvPr>
            <p:ph/>
          </p:nvPr>
        </p:nvSpPr>
        <p:spPr>
          <a:xfrm>
            <a:off x="838080" y="372240"/>
            <a:ext cx="8171280" cy="579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vert="eaVer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3"/>
          </p:nvPr>
        </p:nvSpPr>
        <p:spPr/>
        <p:txBody>
          <a:bodyPr/>
          <a:p>
            <a:fld id="{2FA19013-50DD-4BB9-876C-DE806AEF266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4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title"/>
          </p:nvPr>
        </p:nvSpPr>
        <p:spPr>
          <a:xfrm>
            <a:off x="838080" y="889200"/>
            <a:ext cx="105062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06240" cy="434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 type="ftr" idx="145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PlaceHolder 4"/>
          <p:cNvSpPr>
            <a:spLocks noGrp="1"/>
          </p:cNvSpPr>
          <p:nvPr>
            <p:ph type="sldNum" idx="146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8B8A583-1BC1-43D5-AF01-59DB96C3409C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PlaceHolder 5"/>
          <p:cNvSpPr>
            <a:spLocks noGrp="1"/>
          </p:cNvSpPr>
          <p:nvPr>
            <p:ph type="dt" idx="147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Predeterminado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 type="title"/>
          </p:nvPr>
        </p:nvSpPr>
        <p:spPr>
          <a:xfrm>
            <a:off x="838080" y="889200"/>
            <a:ext cx="105062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06240" cy="434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PlaceHolder 3"/>
          <p:cNvSpPr>
            <a:spLocks noGrp="1"/>
          </p:cNvSpPr>
          <p:nvPr>
            <p:ph type="ftr" idx="148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PlaceHolder 4"/>
          <p:cNvSpPr>
            <a:spLocks noGrp="1"/>
          </p:cNvSpPr>
          <p:nvPr>
            <p:ph type="sldNum" idx="149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FA89857-E618-4672-B0C9-5E501B17CEFB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PlaceHolder 5"/>
          <p:cNvSpPr>
            <a:spLocks noGrp="1"/>
          </p:cNvSpPr>
          <p:nvPr>
            <p:ph type="dt" idx="150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terminado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title"/>
          </p:nvPr>
        </p:nvSpPr>
        <p:spPr>
          <a:xfrm>
            <a:off x="838080" y="889200"/>
            <a:ext cx="105062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06240" cy="434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PlaceHolder 3"/>
          <p:cNvSpPr>
            <a:spLocks noGrp="1"/>
          </p:cNvSpPr>
          <p:nvPr>
            <p:ph type="ftr" idx="151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PlaceHolder 4"/>
          <p:cNvSpPr>
            <a:spLocks noGrp="1"/>
          </p:cNvSpPr>
          <p:nvPr>
            <p:ph type="sldNum" idx="152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0D40657-3BD3-4F35-9ABB-FE83D2F99482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PlaceHolder 5"/>
          <p:cNvSpPr>
            <a:spLocks noGrp="1"/>
          </p:cNvSpPr>
          <p:nvPr>
            <p:ph type="dt" idx="153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Predeterminado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title"/>
          </p:nvPr>
        </p:nvSpPr>
        <p:spPr>
          <a:xfrm>
            <a:off x="838080" y="889200"/>
            <a:ext cx="105062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06240" cy="434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vert="eaVer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ftr" idx="154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PlaceHolder 4"/>
          <p:cNvSpPr>
            <a:spLocks noGrp="1"/>
          </p:cNvSpPr>
          <p:nvPr>
            <p:ph type="sldNum" idx="155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028E2A8-B283-4AD2-AFA7-89FD313D4CEF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PlaceHolder 5"/>
          <p:cNvSpPr>
            <a:spLocks noGrp="1"/>
          </p:cNvSpPr>
          <p:nvPr>
            <p:ph type="dt" idx="156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terminado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title"/>
          </p:nvPr>
        </p:nvSpPr>
        <p:spPr>
          <a:xfrm>
            <a:off x="838080" y="889200"/>
            <a:ext cx="105062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06240" cy="434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PlaceHolder 3"/>
          <p:cNvSpPr>
            <a:spLocks noGrp="1"/>
          </p:cNvSpPr>
          <p:nvPr>
            <p:ph type="ftr" idx="157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PlaceHolder 4"/>
          <p:cNvSpPr>
            <a:spLocks noGrp="1"/>
          </p:cNvSpPr>
          <p:nvPr>
            <p:ph type="sldNum" idx="158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77827F9-029D-4C02-A28E-5DCE6D232A29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PlaceHolder 5"/>
          <p:cNvSpPr>
            <a:spLocks noGrp="1"/>
          </p:cNvSpPr>
          <p:nvPr>
            <p:ph type="dt" idx="159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terminado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title"/>
          </p:nvPr>
        </p:nvSpPr>
        <p:spPr>
          <a:xfrm>
            <a:off x="838080" y="889200"/>
            <a:ext cx="105062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06240" cy="434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 type="ftr" idx="160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PlaceHolder 4"/>
          <p:cNvSpPr>
            <a:spLocks noGrp="1"/>
          </p:cNvSpPr>
          <p:nvPr>
            <p:ph type="sldNum" idx="161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D50A52C-547B-480A-9DB2-9F207327BE45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PlaceHolder 5"/>
          <p:cNvSpPr>
            <a:spLocks noGrp="1"/>
          </p:cNvSpPr>
          <p:nvPr>
            <p:ph type="dt" idx="162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Predeterminado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title"/>
          </p:nvPr>
        </p:nvSpPr>
        <p:spPr>
          <a:xfrm>
            <a:off x="838080" y="889200"/>
            <a:ext cx="105062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06240" cy="434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PlaceHolder 3"/>
          <p:cNvSpPr>
            <a:spLocks noGrp="1"/>
          </p:cNvSpPr>
          <p:nvPr>
            <p:ph type="ftr" idx="163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PlaceHolder 4"/>
          <p:cNvSpPr>
            <a:spLocks noGrp="1"/>
          </p:cNvSpPr>
          <p:nvPr>
            <p:ph type="sldNum" idx="164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9E54321-CCD3-46BD-9471-DB2EE597CC72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PlaceHolder 5"/>
          <p:cNvSpPr>
            <a:spLocks noGrp="1"/>
          </p:cNvSpPr>
          <p:nvPr>
            <p:ph type="dt" idx="165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terminado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 type="title"/>
          </p:nvPr>
        </p:nvSpPr>
        <p:spPr>
          <a:xfrm>
            <a:off x="838080" y="889200"/>
            <a:ext cx="105062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06240" cy="434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PlaceHolder 3"/>
          <p:cNvSpPr>
            <a:spLocks noGrp="1"/>
          </p:cNvSpPr>
          <p:nvPr>
            <p:ph type="ftr" idx="166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PlaceHolder 4"/>
          <p:cNvSpPr>
            <a:spLocks noGrp="1"/>
          </p:cNvSpPr>
          <p:nvPr>
            <p:ph type="sldNum" idx="167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76E6006-B4FA-49CC-A22B-F3E49FDF1228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PlaceHolder 5"/>
          <p:cNvSpPr>
            <a:spLocks noGrp="1"/>
          </p:cNvSpPr>
          <p:nvPr>
            <p:ph type="dt" idx="168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terminado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title"/>
          </p:nvPr>
        </p:nvSpPr>
        <p:spPr>
          <a:xfrm>
            <a:off x="838080" y="889200"/>
            <a:ext cx="105062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06240" cy="434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PlaceHolder 3"/>
          <p:cNvSpPr>
            <a:spLocks noGrp="1"/>
          </p:cNvSpPr>
          <p:nvPr>
            <p:ph type="ftr" idx="169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PlaceHolder 4"/>
          <p:cNvSpPr>
            <a:spLocks noGrp="1"/>
          </p:cNvSpPr>
          <p:nvPr>
            <p:ph type="sldNum" idx="170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AC4A0F0-417A-4F83-BA94-43A9FBF626A0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PlaceHolder 5"/>
          <p:cNvSpPr>
            <a:spLocks noGrp="1"/>
          </p:cNvSpPr>
          <p:nvPr>
            <p:ph type="dt" idx="171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terminado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title"/>
          </p:nvPr>
        </p:nvSpPr>
        <p:spPr>
          <a:xfrm>
            <a:off x="838080" y="889200"/>
            <a:ext cx="105062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06240" cy="434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PlaceHolder 3"/>
          <p:cNvSpPr>
            <a:spLocks noGrp="1"/>
          </p:cNvSpPr>
          <p:nvPr>
            <p:ph type="ftr" idx="172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PlaceHolder 4"/>
          <p:cNvSpPr>
            <a:spLocks noGrp="1"/>
          </p:cNvSpPr>
          <p:nvPr>
            <p:ph type="sldNum" idx="173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A4F41B9-F5D4-484B-A3B3-76CAC0CB8E37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PlaceHolder 5"/>
          <p:cNvSpPr>
            <a:spLocks noGrp="1"/>
          </p:cNvSpPr>
          <p:nvPr>
            <p:ph type="dt" idx="174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title"/>
          </p:nvPr>
        </p:nvSpPr>
        <p:spPr>
          <a:xfrm>
            <a:off x="838080" y="889200"/>
            <a:ext cx="105062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06240" cy="434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PlaceHolder 3"/>
          <p:cNvSpPr>
            <a:spLocks noGrp="1"/>
          </p:cNvSpPr>
          <p:nvPr>
            <p:ph type="ftr" idx="175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PlaceHolder 4"/>
          <p:cNvSpPr>
            <a:spLocks noGrp="1"/>
          </p:cNvSpPr>
          <p:nvPr>
            <p:ph type="sldNum" idx="176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3FCEAE3-7A43-464A-9ABC-698649E74783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PlaceHolder 5"/>
          <p:cNvSpPr>
            <a:spLocks noGrp="1"/>
          </p:cNvSpPr>
          <p:nvPr>
            <p:ph type="dt" idx="177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title"/>
          </p:nvPr>
        </p:nvSpPr>
        <p:spPr>
          <a:xfrm>
            <a:off x="838080" y="889200"/>
            <a:ext cx="105062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06240" cy="434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ftr" idx="178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PlaceHolder 4"/>
          <p:cNvSpPr>
            <a:spLocks noGrp="1"/>
          </p:cNvSpPr>
          <p:nvPr>
            <p:ph type="sldNum" idx="179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9425560-C631-41F5-ACF8-F3F758E4D93C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PlaceHolder 5"/>
          <p:cNvSpPr>
            <a:spLocks noGrp="1"/>
          </p:cNvSpPr>
          <p:nvPr>
            <p:ph type="dt" idx="180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laceHolder 1"/>
          <p:cNvSpPr>
            <a:spLocks noGrp="1"/>
          </p:cNvSpPr>
          <p:nvPr>
            <p:ph type="title"/>
          </p:nvPr>
        </p:nvSpPr>
        <p:spPr>
          <a:xfrm>
            <a:off x="838080" y="889200"/>
            <a:ext cx="105062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06240" cy="434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PlaceHolder 3"/>
          <p:cNvSpPr>
            <a:spLocks noGrp="1"/>
          </p:cNvSpPr>
          <p:nvPr>
            <p:ph type="ftr" idx="181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PlaceHolder 4"/>
          <p:cNvSpPr>
            <a:spLocks noGrp="1"/>
          </p:cNvSpPr>
          <p:nvPr>
            <p:ph type="sldNum" idx="182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3DD5CB7-2B39-439F-A08C-8861880397BA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PlaceHolder 5"/>
          <p:cNvSpPr>
            <a:spLocks noGrp="1"/>
          </p:cNvSpPr>
          <p:nvPr>
            <p:ph type="dt" idx="183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PlaceHolder 1"/>
          <p:cNvSpPr>
            <a:spLocks noGrp="1"/>
          </p:cNvSpPr>
          <p:nvPr>
            <p:ph type="title"/>
          </p:nvPr>
        </p:nvSpPr>
        <p:spPr>
          <a:xfrm>
            <a:off x="838080" y="889200"/>
            <a:ext cx="105062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06240" cy="434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PlaceHolder 3"/>
          <p:cNvSpPr>
            <a:spLocks noGrp="1"/>
          </p:cNvSpPr>
          <p:nvPr>
            <p:ph type="ftr" idx="184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PlaceHolder 4"/>
          <p:cNvSpPr>
            <a:spLocks noGrp="1"/>
          </p:cNvSpPr>
          <p:nvPr>
            <p:ph type="sldNum" idx="185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EF59562-37BA-4B3F-B474-E031C2E62BED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PlaceHolder 5"/>
          <p:cNvSpPr>
            <a:spLocks noGrp="1"/>
          </p:cNvSpPr>
          <p:nvPr>
            <p:ph type="dt" idx="186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terminado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title"/>
          </p:nvPr>
        </p:nvSpPr>
        <p:spPr>
          <a:xfrm>
            <a:off x="838080" y="889200"/>
            <a:ext cx="105062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06240" cy="434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PlaceHolder 3"/>
          <p:cNvSpPr>
            <a:spLocks noGrp="1"/>
          </p:cNvSpPr>
          <p:nvPr>
            <p:ph type="ftr" idx="187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PlaceHolder 4"/>
          <p:cNvSpPr>
            <a:spLocks noGrp="1"/>
          </p:cNvSpPr>
          <p:nvPr>
            <p:ph type="sldNum" idx="188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16DDEE9-AE5C-4280-8631-59B3AF70E736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PlaceHolder 5"/>
          <p:cNvSpPr>
            <a:spLocks noGrp="1"/>
          </p:cNvSpPr>
          <p:nvPr>
            <p:ph type="dt" idx="189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Predeterminado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/>
          </p:cNvSpPr>
          <p:nvPr>
            <p:ph type="title"/>
          </p:nvPr>
        </p:nvSpPr>
        <p:spPr>
          <a:xfrm>
            <a:off x="838080" y="889200"/>
            <a:ext cx="105062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06240" cy="434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PlaceHolder 3"/>
          <p:cNvSpPr>
            <a:spLocks noGrp="1"/>
          </p:cNvSpPr>
          <p:nvPr>
            <p:ph type="ftr" idx="190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PlaceHolder 4"/>
          <p:cNvSpPr>
            <a:spLocks noGrp="1"/>
          </p:cNvSpPr>
          <p:nvPr>
            <p:ph type="sldNum" idx="191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7CC09EF-A643-48EC-890F-841172A7215C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PlaceHolder 5"/>
          <p:cNvSpPr>
            <a:spLocks noGrp="1"/>
          </p:cNvSpPr>
          <p:nvPr>
            <p:ph type="dt" idx="192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terminado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PlaceHolder 1"/>
          <p:cNvSpPr>
            <a:spLocks noGrp="1"/>
          </p:cNvSpPr>
          <p:nvPr>
            <p:ph type="title"/>
          </p:nvPr>
        </p:nvSpPr>
        <p:spPr>
          <a:xfrm>
            <a:off x="838080" y="889200"/>
            <a:ext cx="105062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06240" cy="434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PlaceHolder 3"/>
          <p:cNvSpPr>
            <a:spLocks noGrp="1"/>
          </p:cNvSpPr>
          <p:nvPr>
            <p:ph type="ftr" idx="193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PlaceHolder 4"/>
          <p:cNvSpPr>
            <a:spLocks noGrp="1"/>
          </p:cNvSpPr>
          <p:nvPr>
            <p:ph type="sldNum" idx="194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640C72A-D06D-424D-85D6-0C876AFBE4FC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PlaceHolder 5"/>
          <p:cNvSpPr>
            <a:spLocks noGrp="1"/>
          </p:cNvSpPr>
          <p:nvPr>
            <p:ph type="dt" idx="195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Predeterminado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title"/>
          </p:nvPr>
        </p:nvSpPr>
        <p:spPr>
          <a:xfrm>
            <a:off x="838080" y="889200"/>
            <a:ext cx="105062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06240" cy="434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PlaceHolder 3"/>
          <p:cNvSpPr>
            <a:spLocks noGrp="1"/>
          </p:cNvSpPr>
          <p:nvPr>
            <p:ph type="ftr" idx="196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PlaceHolder 4"/>
          <p:cNvSpPr>
            <a:spLocks noGrp="1"/>
          </p:cNvSpPr>
          <p:nvPr>
            <p:ph type="sldNum" idx="197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062A7BF-BC94-40CD-932F-102D41E2E696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PlaceHolder 5"/>
          <p:cNvSpPr>
            <a:spLocks noGrp="1"/>
          </p:cNvSpPr>
          <p:nvPr>
            <p:ph type="dt" idx="198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terminado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PlaceHolder 1"/>
          <p:cNvSpPr>
            <a:spLocks noGrp="1"/>
          </p:cNvSpPr>
          <p:nvPr>
            <p:ph type="title"/>
          </p:nvPr>
        </p:nvSpPr>
        <p:spPr>
          <a:xfrm>
            <a:off x="838080" y="889200"/>
            <a:ext cx="105062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06240" cy="434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PlaceHolder 3"/>
          <p:cNvSpPr>
            <a:spLocks noGrp="1"/>
          </p:cNvSpPr>
          <p:nvPr>
            <p:ph type="ftr" idx="199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PlaceHolder 4"/>
          <p:cNvSpPr>
            <a:spLocks noGrp="1"/>
          </p:cNvSpPr>
          <p:nvPr>
            <p:ph type="sldNum" idx="200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6BB74F1-3532-4363-87DB-B26953D89050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PlaceHolder 5"/>
          <p:cNvSpPr>
            <a:spLocks noGrp="1"/>
          </p:cNvSpPr>
          <p:nvPr>
            <p:ph type="dt" idx="201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terminado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PlaceHolder 1"/>
          <p:cNvSpPr>
            <a:spLocks noGrp="1"/>
          </p:cNvSpPr>
          <p:nvPr>
            <p:ph type="title"/>
          </p:nvPr>
        </p:nvSpPr>
        <p:spPr>
          <a:xfrm>
            <a:off x="838080" y="889200"/>
            <a:ext cx="105062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06240" cy="434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PlaceHolder 3"/>
          <p:cNvSpPr>
            <a:spLocks noGrp="1"/>
          </p:cNvSpPr>
          <p:nvPr>
            <p:ph type="ftr" idx="202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PlaceHolder 4"/>
          <p:cNvSpPr>
            <a:spLocks noGrp="1"/>
          </p:cNvSpPr>
          <p:nvPr>
            <p:ph type="sldNum" idx="203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DF633A6-1953-43D2-99A8-F643B4102AF8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PlaceHolder 5"/>
          <p:cNvSpPr>
            <a:spLocks noGrp="1"/>
          </p:cNvSpPr>
          <p:nvPr>
            <p:ph type="dt" idx="204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terminado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PlaceHolder 1"/>
          <p:cNvSpPr>
            <a:spLocks noGrp="1"/>
          </p:cNvSpPr>
          <p:nvPr>
            <p:ph type="title"/>
          </p:nvPr>
        </p:nvSpPr>
        <p:spPr>
          <a:xfrm>
            <a:off x="838080" y="889200"/>
            <a:ext cx="105062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06240" cy="434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PlaceHolder 3"/>
          <p:cNvSpPr>
            <a:spLocks noGrp="1"/>
          </p:cNvSpPr>
          <p:nvPr>
            <p:ph type="ftr" idx="211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PlaceHolder 4"/>
          <p:cNvSpPr>
            <a:spLocks noGrp="1"/>
          </p:cNvSpPr>
          <p:nvPr>
            <p:ph type="sldNum" idx="212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DBAA7AC-94D4-4FBE-94D8-D83A08AB1EAC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PlaceHolder 5"/>
          <p:cNvSpPr>
            <a:spLocks noGrp="1"/>
          </p:cNvSpPr>
          <p:nvPr>
            <p:ph type="dt" idx="213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terminado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title"/>
          </p:nvPr>
        </p:nvSpPr>
        <p:spPr>
          <a:xfrm>
            <a:off x="838080" y="889200"/>
            <a:ext cx="105062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06240" cy="434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PlaceHolder 3"/>
          <p:cNvSpPr>
            <a:spLocks noGrp="1"/>
          </p:cNvSpPr>
          <p:nvPr>
            <p:ph type="ftr" idx="205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PlaceHolder 4"/>
          <p:cNvSpPr>
            <a:spLocks noGrp="1"/>
          </p:cNvSpPr>
          <p:nvPr>
            <p:ph type="sldNum" idx="206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ADAE1E7-9038-4095-A678-95DD565B43D1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PlaceHolder 5"/>
          <p:cNvSpPr>
            <a:spLocks noGrp="1"/>
          </p:cNvSpPr>
          <p:nvPr>
            <p:ph type="dt" idx="207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redeterminado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PlaceHolder 1"/>
          <p:cNvSpPr>
            <a:spLocks noGrp="1"/>
          </p:cNvSpPr>
          <p:nvPr>
            <p:ph type="title"/>
          </p:nvPr>
        </p:nvSpPr>
        <p:spPr>
          <a:xfrm>
            <a:off x="838080" y="889200"/>
            <a:ext cx="105062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06240" cy="434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PlaceHolder 3"/>
          <p:cNvSpPr>
            <a:spLocks noGrp="1"/>
          </p:cNvSpPr>
          <p:nvPr>
            <p:ph type="ftr" idx="208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PlaceHolder 4"/>
          <p:cNvSpPr>
            <a:spLocks noGrp="1"/>
          </p:cNvSpPr>
          <p:nvPr>
            <p:ph type="sldNum" idx="209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CBBA300-207C-44C5-AA7A-567B1BE3FC8C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PlaceHolder 5"/>
          <p:cNvSpPr>
            <a:spLocks noGrp="1"/>
          </p:cNvSpPr>
          <p:nvPr>
            <p:ph type="dt" idx="210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Predeterminado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PlaceHolder 1"/>
          <p:cNvSpPr>
            <a:spLocks noGrp="1"/>
          </p:cNvSpPr>
          <p:nvPr>
            <p:ph type="title"/>
          </p:nvPr>
        </p:nvSpPr>
        <p:spPr>
          <a:xfrm>
            <a:off x="838080" y="889200"/>
            <a:ext cx="105062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06240" cy="434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PlaceHolder 3"/>
          <p:cNvSpPr>
            <a:spLocks noGrp="1"/>
          </p:cNvSpPr>
          <p:nvPr>
            <p:ph type="ftr" idx="220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PlaceHolder 4"/>
          <p:cNvSpPr>
            <a:spLocks noGrp="1"/>
          </p:cNvSpPr>
          <p:nvPr>
            <p:ph type="sldNum" idx="221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A66F223-E64E-4E5D-8AF2-59E1648FC510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PlaceHolder 5"/>
          <p:cNvSpPr>
            <a:spLocks noGrp="1"/>
          </p:cNvSpPr>
          <p:nvPr>
            <p:ph type="dt" idx="222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/>
          </p:cNvSpPr>
          <p:nvPr>
            <p:ph type="title"/>
          </p:nvPr>
        </p:nvSpPr>
        <p:spPr>
          <a:xfrm>
            <a:off x="838080" y="889200"/>
            <a:ext cx="105062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06240" cy="434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PlaceHolder 3"/>
          <p:cNvSpPr>
            <a:spLocks noGrp="1"/>
          </p:cNvSpPr>
          <p:nvPr>
            <p:ph type="ftr" idx="214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PlaceHolder 4"/>
          <p:cNvSpPr>
            <a:spLocks noGrp="1"/>
          </p:cNvSpPr>
          <p:nvPr>
            <p:ph type="sldNum" idx="215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C0E4C2D-2300-4C22-B582-8CD3ABD6F33C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PlaceHolder 5"/>
          <p:cNvSpPr>
            <a:spLocks noGrp="1"/>
          </p:cNvSpPr>
          <p:nvPr>
            <p:ph type="dt" idx="216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Predeterminado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PlaceHolder 1"/>
          <p:cNvSpPr>
            <a:spLocks noGrp="1"/>
          </p:cNvSpPr>
          <p:nvPr>
            <p:ph type="title"/>
          </p:nvPr>
        </p:nvSpPr>
        <p:spPr>
          <a:xfrm>
            <a:off x="838080" y="889200"/>
            <a:ext cx="105062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06240" cy="434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PlaceHolder 3"/>
          <p:cNvSpPr>
            <a:spLocks noGrp="1"/>
          </p:cNvSpPr>
          <p:nvPr>
            <p:ph type="ftr" idx="217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PlaceHolder 4"/>
          <p:cNvSpPr>
            <a:spLocks noGrp="1"/>
          </p:cNvSpPr>
          <p:nvPr>
            <p:ph type="sldNum" idx="218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03DF2AE-96AA-434B-A986-E01A68CF58D7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PlaceHolder 5"/>
          <p:cNvSpPr>
            <a:spLocks noGrp="1"/>
          </p:cNvSpPr>
          <p:nvPr>
            <p:ph type="dt" idx="219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redeterminado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PlaceHolder 1"/>
          <p:cNvSpPr>
            <a:spLocks noGrp="1"/>
          </p:cNvSpPr>
          <p:nvPr>
            <p:ph type="title"/>
          </p:nvPr>
        </p:nvSpPr>
        <p:spPr>
          <a:xfrm>
            <a:off x="838080" y="889200"/>
            <a:ext cx="105062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06240" cy="434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PlaceHolder 3"/>
          <p:cNvSpPr>
            <a:spLocks noGrp="1"/>
          </p:cNvSpPr>
          <p:nvPr>
            <p:ph type="ftr" idx="223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PlaceHolder 4"/>
          <p:cNvSpPr>
            <a:spLocks noGrp="1"/>
          </p:cNvSpPr>
          <p:nvPr>
            <p:ph type="sldNum" idx="224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3A17C0B-817B-4202-9FFD-DE77A1ACC8C0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PlaceHolder 5"/>
          <p:cNvSpPr>
            <a:spLocks noGrp="1"/>
          </p:cNvSpPr>
          <p:nvPr>
            <p:ph type="dt" idx="225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Predeterminado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PlaceHolder 1"/>
          <p:cNvSpPr>
            <a:spLocks noGrp="1"/>
          </p:cNvSpPr>
          <p:nvPr>
            <p:ph type="title"/>
          </p:nvPr>
        </p:nvSpPr>
        <p:spPr>
          <a:xfrm>
            <a:off x="838080" y="889200"/>
            <a:ext cx="105062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06240" cy="434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PlaceHolder 3"/>
          <p:cNvSpPr>
            <a:spLocks noGrp="1"/>
          </p:cNvSpPr>
          <p:nvPr>
            <p:ph type="ftr" idx="226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PlaceHolder 4"/>
          <p:cNvSpPr>
            <a:spLocks noGrp="1"/>
          </p:cNvSpPr>
          <p:nvPr>
            <p:ph type="sldNum" idx="227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2E54E93-123A-4CD5-931E-E228C64D5605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3" name="PlaceHolder 5"/>
          <p:cNvSpPr>
            <a:spLocks noGrp="1"/>
          </p:cNvSpPr>
          <p:nvPr>
            <p:ph type="dt" idx="228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PlaceHolder 1"/>
          <p:cNvSpPr>
            <a:spLocks noGrp="1"/>
          </p:cNvSpPr>
          <p:nvPr>
            <p:ph type="title"/>
          </p:nvPr>
        </p:nvSpPr>
        <p:spPr>
          <a:xfrm>
            <a:off x="838080" y="889200"/>
            <a:ext cx="105062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06240" cy="434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PlaceHolder 3"/>
          <p:cNvSpPr>
            <a:spLocks noGrp="1"/>
          </p:cNvSpPr>
          <p:nvPr>
            <p:ph type="ftr" idx="229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PlaceHolder 4"/>
          <p:cNvSpPr>
            <a:spLocks noGrp="1"/>
          </p:cNvSpPr>
          <p:nvPr>
            <p:ph type="sldNum" idx="230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EEACF1C-508F-45E5-8077-567B7DE30CF6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PlaceHolder 5"/>
          <p:cNvSpPr>
            <a:spLocks noGrp="1"/>
          </p:cNvSpPr>
          <p:nvPr>
            <p:ph type="dt" idx="231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Predeterminado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PlaceHolder 1"/>
          <p:cNvSpPr>
            <a:spLocks noGrp="1"/>
          </p:cNvSpPr>
          <p:nvPr>
            <p:ph type="title"/>
          </p:nvPr>
        </p:nvSpPr>
        <p:spPr>
          <a:xfrm>
            <a:off x="838080" y="889200"/>
            <a:ext cx="105062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06240" cy="434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PlaceHolder 3"/>
          <p:cNvSpPr>
            <a:spLocks noGrp="1"/>
          </p:cNvSpPr>
          <p:nvPr>
            <p:ph type="ftr" idx="232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PlaceHolder 4"/>
          <p:cNvSpPr>
            <a:spLocks noGrp="1"/>
          </p:cNvSpPr>
          <p:nvPr>
            <p:ph type="sldNum" idx="233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9EEC638-1FC3-4719-8139-55978010A439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3" name="PlaceHolder 5"/>
          <p:cNvSpPr>
            <a:spLocks noGrp="1"/>
          </p:cNvSpPr>
          <p:nvPr>
            <p:ph type="dt" idx="234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PlaceHolder 1"/>
          <p:cNvSpPr>
            <a:spLocks noGrp="1"/>
          </p:cNvSpPr>
          <p:nvPr>
            <p:ph type="title"/>
          </p:nvPr>
        </p:nvSpPr>
        <p:spPr>
          <a:xfrm>
            <a:off x="838080" y="889200"/>
            <a:ext cx="105062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06240" cy="434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PlaceHolder 3"/>
          <p:cNvSpPr>
            <a:spLocks noGrp="1"/>
          </p:cNvSpPr>
          <p:nvPr>
            <p:ph type="ftr" idx="235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PlaceHolder 4"/>
          <p:cNvSpPr>
            <a:spLocks noGrp="1"/>
          </p:cNvSpPr>
          <p:nvPr>
            <p:ph type="sldNum" idx="236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01E44C5-E65A-4CE5-A89A-93D506F3D0E4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8" name="PlaceHolder 5"/>
          <p:cNvSpPr>
            <a:spLocks noGrp="1"/>
          </p:cNvSpPr>
          <p:nvPr>
            <p:ph type="dt" idx="237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PlaceHolder 1"/>
          <p:cNvSpPr>
            <a:spLocks noGrp="1"/>
          </p:cNvSpPr>
          <p:nvPr>
            <p:ph type="title"/>
          </p:nvPr>
        </p:nvSpPr>
        <p:spPr>
          <a:xfrm>
            <a:off x="838080" y="889200"/>
            <a:ext cx="105062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06240" cy="434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PlaceHolder 3"/>
          <p:cNvSpPr>
            <a:spLocks noGrp="1"/>
          </p:cNvSpPr>
          <p:nvPr>
            <p:ph type="ftr" idx="238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PlaceHolder 4"/>
          <p:cNvSpPr>
            <a:spLocks noGrp="1"/>
          </p:cNvSpPr>
          <p:nvPr>
            <p:ph type="sldNum" idx="239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B51B87C-480E-483D-841C-9EB2960E5ACD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PlaceHolder 5"/>
          <p:cNvSpPr>
            <a:spLocks noGrp="1"/>
          </p:cNvSpPr>
          <p:nvPr>
            <p:ph type="dt" idx="240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PlaceHolder 1"/>
          <p:cNvSpPr>
            <a:spLocks noGrp="1"/>
          </p:cNvSpPr>
          <p:nvPr>
            <p:ph type="title"/>
          </p:nvPr>
        </p:nvSpPr>
        <p:spPr>
          <a:xfrm>
            <a:off x="838080" y="889200"/>
            <a:ext cx="105062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06240" cy="434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PlaceHolder 3"/>
          <p:cNvSpPr>
            <a:spLocks noGrp="1"/>
          </p:cNvSpPr>
          <p:nvPr>
            <p:ph type="ftr" idx="241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7" name="PlaceHolder 4"/>
          <p:cNvSpPr>
            <a:spLocks noGrp="1"/>
          </p:cNvSpPr>
          <p:nvPr>
            <p:ph type="sldNum" idx="242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3E6F100-D8DD-4930-A103-2868B40188AB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PlaceHolder 5"/>
          <p:cNvSpPr>
            <a:spLocks noGrp="1"/>
          </p:cNvSpPr>
          <p:nvPr>
            <p:ph type="dt" idx="243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Predeterminado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PlaceHolder 1"/>
          <p:cNvSpPr>
            <a:spLocks noGrp="1"/>
          </p:cNvSpPr>
          <p:nvPr>
            <p:ph type="title"/>
          </p:nvPr>
        </p:nvSpPr>
        <p:spPr>
          <a:xfrm>
            <a:off x="838080" y="889200"/>
            <a:ext cx="105062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06240" cy="434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PlaceHolder 3"/>
          <p:cNvSpPr>
            <a:spLocks noGrp="1"/>
          </p:cNvSpPr>
          <p:nvPr>
            <p:ph type="ftr" idx="244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PlaceHolder 4"/>
          <p:cNvSpPr>
            <a:spLocks noGrp="1"/>
          </p:cNvSpPr>
          <p:nvPr>
            <p:ph type="sldNum" idx="245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BB91069-3224-4890-9B47-E0A8DED22213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3" name="PlaceHolder 5"/>
          <p:cNvSpPr>
            <a:spLocks noGrp="1"/>
          </p:cNvSpPr>
          <p:nvPr>
            <p:ph type="dt" idx="246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PlaceHolder 1"/>
          <p:cNvSpPr>
            <a:spLocks noGrp="1"/>
          </p:cNvSpPr>
          <p:nvPr>
            <p:ph type="title"/>
          </p:nvPr>
        </p:nvSpPr>
        <p:spPr>
          <a:xfrm>
            <a:off x="838080" y="889200"/>
            <a:ext cx="105062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06240" cy="434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PlaceHolder 3"/>
          <p:cNvSpPr>
            <a:spLocks noGrp="1"/>
          </p:cNvSpPr>
          <p:nvPr>
            <p:ph type="ftr" idx="247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7" name="PlaceHolder 4"/>
          <p:cNvSpPr>
            <a:spLocks noGrp="1"/>
          </p:cNvSpPr>
          <p:nvPr>
            <p:ph type="sldNum" idx="248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1B125D8-3B70-4B3A-9B49-551C2C3F2708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8" name="PlaceHolder 5"/>
          <p:cNvSpPr>
            <a:spLocks noGrp="1"/>
          </p:cNvSpPr>
          <p:nvPr>
            <p:ph type="dt" idx="249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Predeterminado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PlaceHolder 1"/>
          <p:cNvSpPr>
            <a:spLocks noGrp="1"/>
          </p:cNvSpPr>
          <p:nvPr>
            <p:ph type="title"/>
          </p:nvPr>
        </p:nvSpPr>
        <p:spPr>
          <a:xfrm>
            <a:off x="838080" y="889200"/>
            <a:ext cx="105062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06240" cy="434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PlaceHolder 3"/>
          <p:cNvSpPr>
            <a:spLocks noGrp="1"/>
          </p:cNvSpPr>
          <p:nvPr>
            <p:ph type="ftr" idx="250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2" name="PlaceHolder 4"/>
          <p:cNvSpPr>
            <a:spLocks noGrp="1"/>
          </p:cNvSpPr>
          <p:nvPr>
            <p:ph type="sldNum" idx="251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4A02B49-FB0C-4A22-85A9-ED86EA83888A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3" name="PlaceHolder 5"/>
          <p:cNvSpPr>
            <a:spLocks noGrp="1"/>
          </p:cNvSpPr>
          <p:nvPr>
            <p:ph type="dt" idx="252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terminado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PlaceHolder 1"/>
          <p:cNvSpPr>
            <a:spLocks noGrp="1"/>
          </p:cNvSpPr>
          <p:nvPr>
            <p:ph type="title"/>
          </p:nvPr>
        </p:nvSpPr>
        <p:spPr>
          <a:xfrm>
            <a:off x="838080" y="889200"/>
            <a:ext cx="105062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06240" cy="434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PlaceHolder 3"/>
          <p:cNvSpPr>
            <a:spLocks noGrp="1"/>
          </p:cNvSpPr>
          <p:nvPr>
            <p:ph type="ftr" idx="253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7" name="PlaceHolder 4"/>
          <p:cNvSpPr>
            <a:spLocks noGrp="1"/>
          </p:cNvSpPr>
          <p:nvPr>
            <p:ph type="sldNum" idx="254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9A3CCEF-8F4E-4D57-8CB1-6D761306C480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8" name="PlaceHolder 5"/>
          <p:cNvSpPr>
            <a:spLocks noGrp="1"/>
          </p:cNvSpPr>
          <p:nvPr>
            <p:ph type="dt" idx="255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PlaceHolder 1"/>
          <p:cNvSpPr>
            <a:spLocks noGrp="1"/>
          </p:cNvSpPr>
          <p:nvPr>
            <p:ph type="title"/>
          </p:nvPr>
        </p:nvSpPr>
        <p:spPr>
          <a:xfrm>
            <a:off x="838080" y="889200"/>
            <a:ext cx="105062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06240" cy="434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PlaceHolder 3"/>
          <p:cNvSpPr>
            <a:spLocks noGrp="1"/>
          </p:cNvSpPr>
          <p:nvPr>
            <p:ph type="ftr" idx="256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2" name="PlaceHolder 4"/>
          <p:cNvSpPr>
            <a:spLocks noGrp="1"/>
          </p:cNvSpPr>
          <p:nvPr>
            <p:ph type="sldNum" idx="257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98F9B25-EE55-4834-B615-C5182BCEADC8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3" name="PlaceHolder 5"/>
          <p:cNvSpPr>
            <a:spLocks noGrp="1"/>
          </p:cNvSpPr>
          <p:nvPr>
            <p:ph type="dt" idx="258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Predeterminado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PlaceHolder 1"/>
          <p:cNvSpPr>
            <a:spLocks noGrp="1"/>
          </p:cNvSpPr>
          <p:nvPr>
            <p:ph type="title"/>
          </p:nvPr>
        </p:nvSpPr>
        <p:spPr>
          <a:xfrm>
            <a:off x="838080" y="889200"/>
            <a:ext cx="105062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06240" cy="434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PlaceHolder 3"/>
          <p:cNvSpPr>
            <a:spLocks noGrp="1"/>
          </p:cNvSpPr>
          <p:nvPr>
            <p:ph type="ftr" idx="259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PlaceHolder 4"/>
          <p:cNvSpPr>
            <a:spLocks noGrp="1"/>
          </p:cNvSpPr>
          <p:nvPr>
            <p:ph type="sldNum" idx="260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CD60563-E8E2-404E-8F24-73F8C51051FD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8" name="PlaceHolder 5"/>
          <p:cNvSpPr>
            <a:spLocks noGrp="1"/>
          </p:cNvSpPr>
          <p:nvPr>
            <p:ph type="dt" idx="261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Predeterminado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PlaceHolder 1"/>
          <p:cNvSpPr>
            <a:spLocks noGrp="1"/>
          </p:cNvSpPr>
          <p:nvPr>
            <p:ph type="title"/>
          </p:nvPr>
        </p:nvSpPr>
        <p:spPr>
          <a:xfrm>
            <a:off x="838080" y="889200"/>
            <a:ext cx="105062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06240" cy="434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PlaceHolder 3"/>
          <p:cNvSpPr>
            <a:spLocks noGrp="1"/>
          </p:cNvSpPr>
          <p:nvPr>
            <p:ph type="ftr" idx="262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2" name="PlaceHolder 4"/>
          <p:cNvSpPr>
            <a:spLocks noGrp="1"/>
          </p:cNvSpPr>
          <p:nvPr>
            <p:ph type="sldNum" idx="263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EB6E7C6-137C-4B87-8646-1FADBAF75670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PlaceHolder 5"/>
          <p:cNvSpPr>
            <a:spLocks noGrp="1"/>
          </p:cNvSpPr>
          <p:nvPr>
            <p:ph type="dt" idx="264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PlaceHolder 1"/>
          <p:cNvSpPr>
            <a:spLocks noGrp="1"/>
          </p:cNvSpPr>
          <p:nvPr>
            <p:ph type="title"/>
          </p:nvPr>
        </p:nvSpPr>
        <p:spPr>
          <a:xfrm>
            <a:off x="838080" y="889200"/>
            <a:ext cx="105062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06240" cy="434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PlaceHolder 3"/>
          <p:cNvSpPr>
            <a:spLocks noGrp="1"/>
          </p:cNvSpPr>
          <p:nvPr>
            <p:ph type="ftr" idx="265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PlaceHolder 4"/>
          <p:cNvSpPr>
            <a:spLocks noGrp="1"/>
          </p:cNvSpPr>
          <p:nvPr>
            <p:ph type="sldNum" idx="266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14DE86E-5BBB-492F-B770-DA86835227EB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PlaceHolder 5"/>
          <p:cNvSpPr>
            <a:spLocks noGrp="1"/>
          </p:cNvSpPr>
          <p:nvPr>
            <p:ph type="dt" idx="267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Predeterminado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PlaceHolder 1"/>
          <p:cNvSpPr>
            <a:spLocks noGrp="1"/>
          </p:cNvSpPr>
          <p:nvPr>
            <p:ph type="title"/>
          </p:nvPr>
        </p:nvSpPr>
        <p:spPr>
          <a:xfrm>
            <a:off x="838080" y="889200"/>
            <a:ext cx="105062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06240" cy="434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PlaceHolder 3"/>
          <p:cNvSpPr>
            <a:spLocks noGrp="1"/>
          </p:cNvSpPr>
          <p:nvPr>
            <p:ph type="ftr" idx="268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2" name="PlaceHolder 4"/>
          <p:cNvSpPr>
            <a:spLocks noGrp="1"/>
          </p:cNvSpPr>
          <p:nvPr>
            <p:ph type="sldNum" idx="269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00F0ACF-33F5-47A8-B88B-128A2FD094A3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3" name="PlaceHolder 5"/>
          <p:cNvSpPr>
            <a:spLocks noGrp="1"/>
          </p:cNvSpPr>
          <p:nvPr>
            <p:ph type="dt" idx="270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Predeterminado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PlaceHolder 1"/>
          <p:cNvSpPr>
            <a:spLocks noGrp="1"/>
          </p:cNvSpPr>
          <p:nvPr>
            <p:ph type="title"/>
          </p:nvPr>
        </p:nvSpPr>
        <p:spPr>
          <a:xfrm>
            <a:off x="838080" y="889200"/>
            <a:ext cx="105062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06240" cy="434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PlaceHolder 3"/>
          <p:cNvSpPr>
            <a:spLocks noGrp="1"/>
          </p:cNvSpPr>
          <p:nvPr>
            <p:ph type="ftr" idx="271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7" name="PlaceHolder 4"/>
          <p:cNvSpPr>
            <a:spLocks noGrp="1"/>
          </p:cNvSpPr>
          <p:nvPr>
            <p:ph type="sldNum" idx="272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E289E93-0F55-40D6-A708-295F87CBCA80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8" name="PlaceHolder 5"/>
          <p:cNvSpPr>
            <a:spLocks noGrp="1"/>
          </p:cNvSpPr>
          <p:nvPr>
            <p:ph type="dt" idx="273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Predeterminado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PlaceHolder 1"/>
          <p:cNvSpPr>
            <a:spLocks noGrp="1"/>
          </p:cNvSpPr>
          <p:nvPr>
            <p:ph type="title"/>
          </p:nvPr>
        </p:nvSpPr>
        <p:spPr>
          <a:xfrm>
            <a:off x="9887760" y="365040"/>
            <a:ext cx="1455480" cy="612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anchorCtr="1" vert="eaVer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PlaceHolder 2"/>
          <p:cNvSpPr>
            <a:spLocks noGrp="1"/>
          </p:cNvSpPr>
          <p:nvPr>
            <p:ph type="body"/>
          </p:nvPr>
        </p:nvSpPr>
        <p:spPr>
          <a:xfrm>
            <a:off x="838080" y="369720"/>
            <a:ext cx="8169840" cy="579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vert="eaVer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PlaceHolder 3"/>
          <p:cNvSpPr>
            <a:spLocks noGrp="1"/>
          </p:cNvSpPr>
          <p:nvPr>
            <p:ph type="ftr" idx="274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2" name="PlaceHolder 4"/>
          <p:cNvSpPr>
            <a:spLocks noGrp="1"/>
          </p:cNvSpPr>
          <p:nvPr>
            <p:ph type="sldNum" idx="275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E86B7C0-8B7B-4428-86A4-0A4A3F158DCA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3" name="PlaceHolder 5"/>
          <p:cNvSpPr>
            <a:spLocks noGrp="1"/>
          </p:cNvSpPr>
          <p:nvPr>
            <p:ph type="dt" idx="276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redeterminado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PlaceHolder 1"/>
          <p:cNvSpPr>
            <a:spLocks noGrp="1"/>
          </p:cNvSpPr>
          <p:nvPr>
            <p:ph type="title"/>
          </p:nvPr>
        </p:nvSpPr>
        <p:spPr>
          <a:xfrm>
            <a:off x="838080" y="889200"/>
            <a:ext cx="105062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06240" cy="434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PlaceHolder 3"/>
          <p:cNvSpPr>
            <a:spLocks noGrp="1"/>
          </p:cNvSpPr>
          <p:nvPr>
            <p:ph type="ftr" idx="277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7" name="PlaceHolder 4"/>
          <p:cNvSpPr>
            <a:spLocks noGrp="1"/>
          </p:cNvSpPr>
          <p:nvPr>
            <p:ph type="sldNum" idx="278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48279D2-BBE2-486A-B2F3-E3A94CBD9D57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8" name="PlaceHolder 5"/>
          <p:cNvSpPr>
            <a:spLocks noGrp="1"/>
          </p:cNvSpPr>
          <p:nvPr>
            <p:ph type="dt" idx="279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terminado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PlaceHolder 1"/>
          <p:cNvSpPr>
            <a:spLocks noGrp="1"/>
          </p:cNvSpPr>
          <p:nvPr>
            <p:ph type="title"/>
          </p:nvPr>
        </p:nvSpPr>
        <p:spPr>
          <a:xfrm>
            <a:off x="838080" y="889200"/>
            <a:ext cx="105062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06240" cy="434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PlaceHolder 3"/>
          <p:cNvSpPr>
            <a:spLocks noGrp="1"/>
          </p:cNvSpPr>
          <p:nvPr>
            <p:ph type="ftr" idx="280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2" name="PlaceHolder 4"/>
          <p:cNvSpPr>
            <a:spLocks noGrp="1"/>
          </p:cNvSpPr>
          <p:nvPr>
            <p:ph type="sldNum" idx="281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C8718D3-9A0C-43BD-8C93-882C85A94292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3" name="PlaceHolder 5"/>
          <p:cNvSpPr>
            <a:spLocks noGrp="1"/>
          </p:cNvSpPr>
          <p:nvPr>
            <p:ph type="dt" idx="282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redeterminado 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PlaceHolder 1"/>
          <p:cNvSpPr>
            <a:spLocks noGrp="1"/>
          </p:cNvSpPr>
          <p:nvPr>
            <p:ph type="title"/>
          </p:nvPr>
        </p:nvSpPr>
        <p:spPr>
          <a:xfrm>
            <a:off x="838080" y="889200"/>
            <a:ext cx="105062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06240" cy="434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PlaceHolder 3"/>
          <p:cNvSpPr>
            <a:spLocks noGrp="1"/>
          </p:cNvSpPr>
          <p:nvPr>
            <p:ph type="ftr" idx="283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7" name="PlaceHolder 4"/>
          <p:cNvSpPr>
            <a:spLocks noGrp="1"/>
          </p:cNvSpPr>
          <p:nvPr>
            <p:ph type="sldNum" idx="284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7FED1E2-ED45-49BE-BD5D-8F5488981197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8" name="PlaceHolder 5"/>
          <p:cNvSpPr>
            <a:spLocks noGrp="1"/>
          </p:cNvSpPr>
          <p:nvPr>
            <p:ph type="dt" idx="285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redeterminado 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PlaceHolder 1"/>
          <p:cNvSpPr>
            <a:spLocks noGrp="1"/>
          </p:cNvSpPr>
          <p:nvPr>
            <p:ph type="title"/>
          </p:nvPr>
        </p:nvSpPr>
        <p:spPr>
          <a:xfrm>
            <a:off x="838080" y="889200"/>
            <a:ext cx="105062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06240" cy="434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PlaceHolder 3"/>
          <p:cNvSpPr>
            <a:spLocks noGrp="1"/>
          </p:cNvSpPr>
          <p:nvPr>
            <p:ph type="ftr" idx="286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2" name="PlaceHolder 4"/>
          <p:cNvSpPr>
            <a:spLocks noGrp="1"/>
          </p:cNvSpPr>
          <p:nvPr>
            <p:ph type="sldNum" idx="287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E7AEFE0-760C-4A6A-89EC-DD304977BB40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3" name="PlaceHolder 5"/>
          <p:cNvSpPr>
            <a:spLocks noGrp="1"/>
          </p:cNvSpPr>
          <p:nvPr>
            <p:ph type="dt" idx="288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Predeterminado 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PlaceHolder 1"/>
          <p:cNvSpPr>
            <a:spLocks noGrp="1"/>
          </p:cNvSpPr>
          <p:nvPr>
            <p:ph type="title"/>
          </p:nvPr>
        </p:nvSpPr>
        <p:spPr>
          <a:xfrm>
            <a:off x="838080" y="889200"/>
            <a:ext cx="105062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06240" cy="434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PlaceHolder 3"/>
          <p:cNvSpPr>
            <a:spLocks noGrp="1"/>
          </p:cNvSpPr>
          <p:nvPr>
            <p:ph type="ftr" idx="289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7" name="PlaceHolder 4"/>
          <p:cNvSpPr>
            <a:spLocks noGrp="1"/>
          </p:cNvSpPr>
          <p:nvPr>
            <p:ph type="sldNum" idx="290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D57E3E8-AF6A-451D-9009-EC3F9C54227F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8" name="PlaceHolder 5"/>
          <p:cNvSpPr>
            <a:spLocks noGrp="1"/>
          </p:cNvSpPr>
          <p:nvPr>
            <p:ph type="dt" idx="291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Predeterminado 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PlaceHolder 1"/>
          <p:cNvSpPr>
            <a:spLocks noGrp="1"/>
          </p:cNvSpPr>
          <p:nvPr>
            <p:ph type="title"/>
          </p:nvPr>
        </p:nvSpPr>
        <p:spPr>
          <a:xfrm>
            <a:off x="838080" y="889200"/>
            <a:ext cx="105062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06240" cy="434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PlaceHolder 3"/>
          <p:cNvSpPr>
            <a:spLocks noGrp="1"/>
          </p:cNvSpPr>
          <p:nvPr>
            <p:ph type="ftr" idx="292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2" name="PlaceHolder 4"/>
          <p:cNvSpPr>
            <a:spLocks noGrp="1"/>
          </p:cNvSpPr>
          <p:nvPr>
            <p:ph type="sldNum" idx="293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8436E36-B754-450A-8AA9-9AD7A671BFC8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3" name="PlaceHolder 5"/>
          <p:cNvSpPr>
            <a:spLocks noGrp="1"/>
          </p:cNvSpPr>
          <p:nvPr>
            <p:ph type="dt" idx="294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8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PlaceHolder 1"/>
          <p:cNvSpPr>
            <a:spLocks noGrp="1"/>
          </p:cNvSpPr>
          <p:nvPr>
            <p:ph type="title"/>
          </p:nvPr>
        </p:nvSpPr>
        <p:spPr>
          <a:xfrm>
            <a:off x="838080" y="889200"/>
            <a:ext cx="105062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06240" cy="434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PlaceHolder 3"/>
          <p:cNvSpPr>
            <a:spLocks noGrp="1"/>
          </p:cNvSpPr>
          <p:nvPr>
            <p:ph type="ftr" idx="295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7" name="PlaceHolder 4"/>
          <p:cNvSpPr>
            <a:spLocks noGrp="1"/>
          </p:cNvSpPr>
          <p:nvPr>
            <p:ph type="sldNum" idx="296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439E84A-C83A-4E77-806E-98049BD4EC13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8" name="PlaceHolder 5"/>
          <p:cNvSpPr>
            <a:spLocks noGrp="1"/>
          </p:cNvSpPr>
          <p:nvPr>
            <p:ph type="dt" idx="297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redeterminado 8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PlaceHolder 1"/>
          <p:cNvSpPr>
            <a:spLocks noGrp="1"/>
          </p:cNvSpPr>
          <p:nvPr>
            <p:ph type="title"/>
          </p:nvPr>
        </p:nvSpPr>
        <p:spPr>
          <a:xfrm>
            <a:off x="838080" y="889200"/>
            <a:ext cx="105062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PlaceHolder 2"/>
          <p:cNvSpPr>
            <a:spLocks noGrp="1"/>
          </p:cNvSpPr>
          <p:nvPr>
            <p:ph type="ftr" idx="298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1" name="PlaceHolder 3"/>
          <p:cNvSpPr>
            <a:spLocks noGrp="1"/>
          </p:cNvSpPr>
          <p:nvPr>
            <p:ph type="sldNum" idx="299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9288558-290F-4DF3-80C5-6C4BFC0231DD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2" name="PlaceHolder 4"/>
          <p:cNvSpPr>
            <a:spLocks noGrp="1"/>
          </p:cNvSpPr>
          <p:nvPr>
            <p:ph type="dt" idx="300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Predeterminado 8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PlaceHolder 1"/>
          <p:cNvSpPr>
            <a:spLocks noGrp="1"/>
          </p:cNvSpPr>
          <p:nvPr>
            <p:ph type="title"/>
          </p:nvPr>
        </p:nvSpPr>
        <p:spPr>
          <a:xfrm>
            <a:off x="838080" y="889200"/>
            <a:ext cx="105062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06240" cy="434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PlaceHolder 3"/>
          <p:cNvSpPr>
            <a:spLocks noGrp="1"/>
          </p:cNvSpPr>
          <p:nvPr>
            <p:ph type="ftr" idx="301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6" name="PlaceHolder 4"/>
          <p:cNvSpPr>
            <a:spLocks noGrp="1"/>
          </p:cNvSpPr>
          <p:nvPr>
            <p:ph type="sldNum" idx="302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9C2F80D-E3D5-4AA2-986A-DDB1064E6AD2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7" name="PlaceHolder 5"/>
          <p:cNvSpPr>
            <a:spLocks noGrp="1"/>
          </p:cNvSpPr>
          <p:nvPr>
            <p:ph type="dt" idx="303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terminado 8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PlaceHolder 1"/>
          <p:cNvSpPr>
            <a:spLocks noGrp="1"/>
          </p:cNvSpPr>
          <p:nvPr>
            <p:ph type="title"/>
          </p:nvPr>
        </p:nvSpPr>
        <p:spPr>
          <a:xfrm>
            <a:off x="838080" y="889200"/>
            <a:ext cx="105062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06240" cy="434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PlaceHolder 3"/>
          <p:cNvSpPr>
            <a:spLocks noGrp="1"/>
          </p:cNvSpPr>
          <p:nvPr>
            <p:ph type="ftr" idx="304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1" name="PlaceHolder 4"/>
          <p:cNvSpPr>
            <a:spLocks noGrp="1"/>
          </p:cNvSpPr>
          <p:nvPr>
            <p:ph type="sldNum" idx="305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CD9031E-2A1E-4A28-BB31-F069A2C5927B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2" name="PlaceHolder 5"/>
          <p:cNvSpPr>
            <a:spLocks noGrp="1"/>
          </p:cNvSpPr>
          <p:nvPr>
            <p:ph type="dt" idx="306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Predeterminado 8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/>
          <p:cNvSpPr>
            <a:spLocks noGrp="1"/>
          </p:cNvSpPr>
          <p:nvPr>
            <p:ph type="title"/>
          </p:nvPr>
        </p:nvSpPr>
        <p:spPr>
          <a:xfrm>
            <a:off x="838080" y="889200"/>
            <a:ext cx="105062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06240" cy="434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PlaceHolder 3"/>
          <p:cNvSpPr>
            <a:spLocks noGrp="1"/>
          </p:cNvSpPr>
          <p:nvPr>
            <p:ph type="ftr" idx="307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6" name="PlaceHolder 4"/>
          <p:cNvSpPr>
            <a:spLocks noGrp="1"/>
          </p:cNvSpPr>
          <p:nvPr>
            <p:ph type="sldNum" idx="308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563A76A-EBD1-40B0-ABD9-9CC4B42C50CA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7" name="PlaceHolder 5"/>
          <p:cNvSpPr>
            <a:spLocks noGrp="1"/>
          </p:cNvSpPr>
          <p:nvPr>
            <p:ph type="dt" idx="309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11"/>
          </p:nvPr>
        </p:nvSpPr>
        <p:spPr/>
        <p:txBody>
          <a:bodyPr/>
          <a:p>
            <a:fld id="{65F27F0F-19DD-4A9A-AAB1-33958A0176E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PlaceHolder 1"/>
          <p:cNvSpPr>
            <a:spLocks noGrp="1"/>
          </p:cNvSpPr>
          <p:nvPr>
            <p:ph type="title"/>
          </p:nvPr>
        </p:nvSpPr>
        <p:spPr>
          <a:xfrm>
            <a:off x="838080" y="713880"/>
            <a:ext cx="105062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26760" cy="434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PlaceHolder 3"/>
          <p:cNvSpPr>
            <a:spLocks noGrp="1"/>
          </p:cNvSpPr>
          <p:nvPr>
            <p:ph/>
          </p:nvPr>
        </p:nvSpPr>
        <p:spPr>
          <a:xfrm>
            <a:off x="6221520" y="1825560"/>
            <a:ext cx="5126760" cy="434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14"/>
          </p:nvPr>
        </p:nvSpPr>
        <p:spPr/>
        <p:txBody>
          <a:bodyPr/>
          <a:p>
            <a:fld id="{718095E1-0840-45E8-BE5D-CDDAC35306B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17"/>
          </p:nvPr>
        </p:nvSpPr>
        <p:spPr/>
        <p:txBody>
          <a:bodyPr/>
          <a:p>
            <a:fld id="{628DB763-B9D1-4DFD-BD89-58B9D7DA697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PlaceHolder 1"/>
          <p:cNvSpPr>
            <a:spLocks noGrp="1"/>
          </p:cNvSpPr>
          <p:nvPr>
            <p:ph type="title"/>
          </p:nvPr>
        </p:nvSpPr>
        <p:spPr>
          <a:xfrm>
            <a:off x="838080" y="713880"/>
            <a:ext cx="105062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20"/>
          </p:nvPr>
        </p:nvSpPr>
        <p:spPr/>
        <p:txBody>
          <a:bodyPr/>
          <a:p>
            <a:fld id="{B745CA4E-DA68-4BCD-841C-B974B304C01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3"/>
          </p:nvPr>
        </p:nvSpPr>
        <p:spPr/>
        <p:txBody>
          <a:bodyPr/>
          <a:p>
            <a:fld id="{7AAE5930-8602-42A6-ABA6-D730BB16100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6"/>
          </p:nvPr>
        </p:nvSpPr>
        <p:spPr/>
        <p:txBody>
          <a:bodyPr/>
          <a:p>
            <a:fld id="{D9E00963-DDB8-4AB9-B94F-C5FB150470D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9"/>
          </p:nvPr>
        </p:nvSpPr>
        <p:spPr/>
        <p:txBody>
          <a:bodyPr/>
          <a:p>
            <a:fld id="{3EDD130F-ADB5-4F1E-8E96-A68C034C497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Relationship Id="rId38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38.xml"/><Relationship Id="rId40" Type="http://schemas.openxmlformats.org/officeDocument/2006/relationships/slideLayout" Target="../slideLayouts/slideLayout39.xml"/><Relationship Id="rId41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1.xml"/><Relationship Id="rId43" Type="http://schemas.openxmlformats.org/officeDocument/2006/relationships/slideLayout" Target="../slideLayouts/slideLayout42.xml"/><Relationship Id="rId44" Type="http://schemas.openxmlformats.org/officeDocument/2006/relationships/slideLayout" Target="../slideLayouts/slideLayout43.xml"/><Relationship Id="rId45" Type="http://schemas.openxmlformats.org/officeDocument/2006/relationships/slideLayout" Target="../slideLayouts/slideLayout44.xml"/><Relationship Id="rId46" Type="http://schemas.openxmlformats.org/officeDocument/2006/relationships/slideLayout" Target="../slideLayouts/slideLayout45.xml"/><Relationship Id="rId47" Type="http://schemas.openxmlformats.org/officeDocument/2006/relationships/slideLayout" Target="../slideLayouts/slideLayout46.xml"/>
</Relationships>
</file>

<file path=ppt/slideMasters/_rels/slideMaster47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47.xml"/>
</Relationships>
</file>

<file path=ppt/slideMasters/_rels/slideMaster48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48.xml"/>
</Relationships>
</file>

<file path=ppt/slideMasters/_rels/slideMaster49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Relationship Id="rId9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0.xml"/><Relationship Id="rId14" Type="http://schemas.openxmlformats.org/officeDocument/2006/relationships/slideLayout" Target="../slideLayouts/slideLayout61.xml"/><Relationship Id="rId15" Type="http://schemas.openxmlformats.org/officeDocument/2006/relationships/slideLayout" Target="../slideLayouts/slideLayout62.xml"/><Relationship Id="rId16" Type="http://schemas.openxmlformats.org/officeDocument/2006/relationships/slideLayout" Target="../slideLayouts/slideLayout63.xml"/><Relationship Id="rId17" Type="http://schemas.openxmlformats.org/officeDocument/2006/relationships/slideLayout" Target="../slideLayouts/slideLayout64.xml"/><Relationship Id="rId18" Type="http://schemas.openxmlformats.org/officeDocument/2006/relationships/slideLayout" Target="../slideLayouts/slideLayout65.xml"/><Relationship Id="rId19" Type="http://schemas.openxmlformats.org/officeDocument/2006/relationships/slideLayout" Target="../slideLayouts/slideLayout66.xml"/><Relationship Id="rId20" Type="http://schemas.openxmlformats.org/officeDocument/2006/relationships/slideLayout" Target="../slideLayouts/slideLayout67.xml"/><Relationship Id="rId21" Type="http://schemas.openxmlformats.org/officeDocument/2006/relationships/slideLayout" Target="../slideLayouts/slideLayout68.xml"/><Relationship Id="rId22" Type="http://schemas.openxmlformats.org/officeDocument/2006/relationships/slideLayout" Target="../slideLayouts/slideLayout69.xml"/><Relationship Id="rId23" Type="http://schemas.openxmlformats.org/officeDocument/2006/relationships/slideLayout" Target="../slideLayouts/slideLayout70.xml"/><Relationship Id="rId24" Type="http://schemas.openxmlformats.org/officeDocument/2006/relationships/slideLayout" Target="../slideLayouts/slideLayout71.xml"/><Relationship Id="rId25" Type="http://schemas.openxmlformats.org/officeDocument/2006/relationships/slideLayout" Target="../slideLayouts/slideLayout72.xml"/><Relationship Id="rId26" Type="http://schemas.openxmlformats.org/officeDocument/2006/relationships/slideLayout" Target="../slideLayouts/slideLayout73.xml"/><Relationship Id="rId27" Type="http://schemas.openxmlformats.org/officeDocument/2006/relationships/slideLayout" Target="../slideLayouts/slideLayout74.xml"/><Relationship Id="rId28" Type="http://schemas.openxmlformats.org/officeDocument/2006/relationships/slideLayout" Target="../slideLayouts/slideLayout75.xml"/><Relationship Id="rId29" Type="http://schemas.openxmlformats.org/officeDocument/2006/relationships/slideLayout" Target="../slideLayouts/slideLayout76.xml"/><Relationship Id="rId30" Type="http://schemas.openxmlformats.org/officeDocument/2006/relationships/slideLayout" Target="../slideLayouts/slideLayout77.xml"/><Relationship Id="rId31" Type="http://schemas.openxmlformats.org/officeDocument/2006/relationships/slideLayout" Target="../slideLayouts/slideLayout78.xml"/><Relationship Id="rId32" Type="http://schemas.openxmlformats.org/officeDocument/2006/relationships/slideLayout" Target="../slideLayouts/slideLayout79.xml"/><Relationship Id="rId33" Type="http://schemas.openxmlformats.org/officeDocument/2006/relationships/slideLayout" Target="../slideLayouts/slideLayout80.xml"/><Relationship Id="rId34" Type="http://schemas.openxmlformats.org/officeDocument/2006/relationships/slideLayout" Target="../slideLayouts/slideLayout81.xml"/><Relationship Id="rId35" Type="http://schemas.openxmlformats.org/officeDocument/2006/relationships/slideLayout" Target="../slideLayouts/slideLayout82.xml"/><Relationship Id="rId36" Type="http://schemas.openxmlformats.org/officeDocument/2006/relationships/slideLayout" Target="../slideLayouts/slideLayout83.xml"/><Relationship Id="rId37" Type="http://schemas.openxmlformats.org/officeDocument/2006/relationships/slideLayout" Target="../slideLayouts/slideLayout84.xml"/><Relationship Id="rId38" Type="http://schemas.openxmlformats.org/officeDocument/2006/relationships/slideLayout" Target="../slideLayouts/slideLayout85.xml"/><Relationship Id="rId39" Type="http://schemas.openxmlformats.org/officeDocument/2006/relationships/slideLayout" Target="../slideLayouts/slideLayout86.xml"/><Relationship Id="rId40" Type="http://schemas.openxmlformats.org/officeDocument/2006/relationships/slideLayout" Target="../slideLayouts/slideLayout87.xml"/><Relationship Id="rId41" Type="http://schemas.openxmlformats.org/officeDocument/2006/relationships/slideLayout" Target="../slideLayouts/slideLayout88.xml"/><Relationship Id="rId42" Type="http://schemas.openxmlformats.org/officeDocument/2006/relationships/slideLayout" Target="../slideLayouts/slideLayout89.xml"/><Relationship Id="rId43" Type="http://schemas.openxmlformats.org/officeDocument/2006/relationships/slideLayout" Target="../slideLayouts/slideLayout90.xml"/><Relationship Id="rId44" Type="http://schemas.openxmlformats.org/officeDocument/2006/relationships/slideLayout" Target="../slideLayouts/slideLayout91.xml"/><Relationship Id="rId45" Type="http://schemas.openxmlformats.org/officeDocument/2006/relationships/slideLayout" Target="../slideLayouts/slideLayout92.xml"/><Relationship Id="rId46" Type="http://schemas.openxmlformats.org/officeDocument/2006/relationships/slideLayout" Target="../slideLayouts/slideLayout93.xml"/><Relationship Id="rId47" Type="http://schemas.openxmlformats.org/officeDocument/2006/relationships/slideLayout" Target="../slideLayouts/slideLayout94.xml"/><Relationship Id="rId48" Type="http://schemas.openxmlformats.org/officeDocument/2006/relationships/slideLayout" Target="../slideLayouts/slideLayout95.xml"/><Relationship Id="rId49" Type="http://schemas.openxmlformats.org/officeDocument/2006/relationships/slideLayout" Target="../slideLayouts/slideLayout96.xml"/><Relationship Id="rId50" Type="http://schemas.openxmlformats.org/officeDocument/2006/relationships/slideLayout" Target="../slideLayouts/slideLayout97.xml"/><Relationship Id="rId51" Type="http://schemas.openxmlformats.org/officeDocument/2006/relationships/slideLayout" Target="../slideLayouts/slideLayout98.xml"/><Relationship Id="rId52" Type="http://schemas.openxmlformats.org/officeDocument/2006/relationships/slideLayout" Target="../slideLayouts/slideLayout99.xml"/><Relationship Id="rId53" Type="http://schemas.openxmlformats.org/officeDocument/2006/relationships/slideLayout" Target="../slideLayouts/slideLayout100.xml"/><Relationship Id="rId54" Type="http://schemas.openxmlformats.org/officeDocument/2006/relationships/slideLayout" Target="../slideLayouts/slideLayout101.xml"/><Relationship Id="rId55" Type="http://schemas.openxmlformats.org/officeDocument/2006/relationships/slideLayout" Target="../slideLayouts/slideLayout102.xml"/><Relationship Id="rId56" Type="http://schemas.openxmlformats.org/officeDocument/2006/relationships/slideLayout" Target="../slideLayouts/slideLayout103.xml"/>
</Relationships>
</file>

<file path=ppt/slideMasters/_rels/slideMaster99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104.xml"/>
</Relationships>
</file>

<file path=ppt/slideMasters/_rels/slideMaster100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105.xml"/>
</Relationships>
</file>

<file path=ppt/slideMasters/_rels/slideMaster101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106.xml"/>
</Relationships>
</file>

<file path=ppt/slideMasters/_rels/slideMaster102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107.xml"/>
</Relationships>
</file>

<file path=ppt/slideMasters/_rels/slideMaster103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108.xml"/>
</Relationships>
</file>

<file path=ppt/slideMasters/_rels/slideMaster104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9.xml"/>
</Relationships>
</file>

<file path=ppt/slideMasters/_rels/slideMaster105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</p:sldLayoutIdLst>
</p:sldMaster>
</file>

<file path=ppt/slideMasters/slideMaster4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title"/>
          </p:nvPr>
        </p:nvSpPr>
        <p:spPr>
          <a:xfrm>
            <a:off x="838080" y="888840"/>
            <a:ext cx="105062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06240" cy="434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vert="eaVer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ftr" idx="139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PlaceHolder 4"/>
          <p:cNvSpPr>
            <a:spLocks noGrp="1"/>
          </p:cNvSpPr>
          <p:nvPr>
            <p:ph type="sldNum" idx="140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14A802C-49FA-4F3E-96B7-B591B15A6FD8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PlaceHolder 5"/>
          <p:cNvSpPr>
            <a:spLocks noGrp="1"/>
          </p:cNvSpPr>
          <p:nvPr>
            <p:ph type="dt" idx="141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2"/>
  </p:sldLayoutIdLst>
</p:sldMaster>
</file>

<file path=ppt/slideMasters/slideMaster4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7595280" y="889200"/>
            <a:ext cx="3749760" cy="12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anchorCtr="1" vert="eaVert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PlaceHolder 2"/>
          <p:cNvSpPr>
            <a:spLocks noGrp="1"/>
          </p:cNvSpPr>
          <p:nvPr>
            <p:ph type="body"/>
          </p:nvPr>
        </p:nvSpPr>
        <p:spPr>
          <a:xfrm>
            <a:off x="838080" y="371880"/>
            <a:ext cx="8171280" cy="579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vert="eaVer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PlaceHolder 3"/>
          <p:cNvSpPr>
            <a:spLocks noGrp="1"/>
          </p:cNvSpPr>
          <p:nvPr>
            <p:ph type="ftr" idx="142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PlaceHolder 4"/>
          <p:cNvSpPr>
            <a:spLocks noGrp="1"/>
          </p:cNvSpPr>
          <p:nvPr>
            <p:ph type="sldNum" idx="143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786B97B-A749-4773-B8B8-22F822960140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PlaceHolder 5"/>
          <p:cNvSpPr>
            <a:spLocks noGrp="1"/>
          </p:cNvSpPr>
          <p:nvPr>
            <p:ph type="dt" idx="144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2"/>
  </p:sldLayoutIdLst>
</p:sldMaster>
</file>

<file path=ppt/slideMasters/slideMaster4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  <p:sldLayoutId id="2147483713" r:id="rId15"/>
    <p:sldLayoutId id="2147483714" r:id="rId16"/>
    <p:sldLayoutId id="2147483715" r:id="rId17"/>
    <p:sldLayoutId id="2147483716" r:id="rId18"/>
    <p:sldLayoutId id="2147483717" r:id="rId19"/>
    <p:sldLayoutId id="2147483718" r:id="rId20"/>
    <p:sldLayoutId id="2147483719" r:id="rId21"/>
    <p:sldLayoutId id="2147483720" r:id="rId22"/>
    <p:sldLayoutId id="2147483721" r:id="rId23"/>
    <p:sldLayoutId id="2147483722" r:id="rId24"/>
    <p:sldLayoutId id="2147483723" r:id="rId25"/>
    <p:sldLayoutId id="2147483724" r:id="rId26"/>
    <p:sldLayoutId id="2147483725" r:id="rId27"/>
    <p:sldLayoutId id="2147483726" r:id="rId28"/>
    <p:sldLayoutId id="2147483727" r:id="rId29"/>
    <p:sldLayoutId id="2147483728" r:id="rId30"/>
    <p:sldLayoutId id="2147483729" r:id="rId31"/>
    <p:sldLayoutId id="2147483730" r:id="rId32"/>
    <p:sldLayoutId id="2147483731" r:id="rId33"/>
    <p:sldLayoutId id="2147483732" r:id="rId34"/>
    <p:sldLayoutId id="2147483733" r:id="rId35"/>
    <p:sldLayoutId id="2147483734" r:id="rId36"/>
    <p:sldLayoutId id="2147483735" r:id="rId37"/>
    <p:sldLayoutId id="2147483736" r:id="rId38"/>
    <p:sldLayoutId id="2147483737" r:id="rId39"/>
    <p:sldLayoutId id="2147483738" r:id="rId40"/>
    <p:sldLayoutId id="2147483739" r:id="rId41"/>
    <p:sldLayoutId id="2147483740" r:id="rId42"/>
    <p:sldLayoutId id="2147483741" r:id="rId43"/>
    <p:sldLayoutId id="2147483742" r:id="rId44"/>
    <p:sldLayoutId id="2147483743" r:id="rId45"/>
    <p:sldLayoutId id="2147483744" r:id="rId46"/>
    <p:sldLayoutId id="2147483745" r:id="rId47"/>
    <p:sldLayoutId id="2147483746" r:id="rId48"/>
    <p:sldLayoutId id="2147483747" r:id="rId49"/>
    <p:sldLayoutId id="2147483748" r:id="rId50"/>
    <p:sldLayoutId id="2147483749" r:id="rId51"/>
    <p:sldLayoutId id="2147483750" r:id="rId52"/>
    <p:sldLayoutId id="2147483751" r:id="rId53"/>
    <p:sldLayoutId id="2147483752" r:id="rId54"/>
    <p:sldLayoutId id="2147483753" r:id="rId55"/>
    <p:sldLayoutId id="2147483754" r:id="rId56"/>
  </p:sldLayoutIdLst>
</p:sldMaster>
</file>

<file path=ppt/slideMasters/slideMaster9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PlaceHolder 1"/>
          <p:cNvSpPr>
            <a:spLocks noGrp="1"/>
          </p:cNvSpPr>
          <p:nvPr>
            <p:ph type="ftr" idx="310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9" name="PlaceHolder 2"/>
          <p:cNvSpPr>
            <a:spLocks noGrp="1"/>
          </p:cNvSpPr>
          <p:nvPr>
            <p:ph type="sldNum" idx="311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A4FE0C5-083E-4481-9CE3-2DDF24A18C39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0" name="PlaceHolder 3"/>
          <p:cNvSpPr>
            <a:spLocks noGrp="1"/>
          </p:cNvSpPr>
          <p:nvPr>
            <p:ph type="dt" idx="312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6" r:id="rId2"/>
  </p:sldLayoutIdLst>
</p:sldMaster>
</file>

<file path=ppt/slideMasters/slideMaster10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PlaceHolder 1"/>
          <p:cNvSpPr>
            <a:spLocks noGrp="1"/>
          </p:cNvSpPr>
          <p:nvPr>
            <p:ph type="title"/>
          </p:nvPr>
        </p:nvSpPr>
        <p:spPr>
          <a:xfrm>
            <a:off x="838080" y="888840"/>
            <a:ext cx="105062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26760" cy="434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PlaceHolder 3"/>
          <p:cNvSpPr>
            <a:spLocks noGrp="1"/>
          </p:cNvSpPr>
          <p:nvPr>
            <p:ph type="body"/>
          </p:nvPr>
        </p:nvSpPr>
        <p:spPr>
          <a:xfrm>
            <a:off x="6221880" y="1825560"/>
            <a:ext cx="5126760" cy="434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PlaceHolder 4"/>
          <p:cNvSpPr>
            <a:spLocks noGrp="1"/>
          </p:cNvSpPr>
          <p:nvPr>
            <p:ph type="ftr" idx="313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5" name="PlaceHolder 5"/>
          <p:cNvSpPr>
            <a:spLocks noGrp="1"/>
          </p:cNvSpPr>
          <p:nvPr>
            <p:ph type="sldNum" idx="314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DF64558-92C6-4BE7-A984-1EE7D6882F6C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6" name="PlaceHolder 6"/>
          <p:cNvSpPr>
            <a:spLocks noGrp="1"/>
          </p:cNvSpPr>
          <p:nvPr>
            <p:ph type="dt" idx="315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8" r:id="rId2"/>
  </p:sldLayoutIdLst>
</p:sldMaster>
</file>

<file path=ppt/slideMasters/slideMaster10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PlaceHolder 1"/>
          <p:cNvSpPr>
            <a:spLocks noGrp="1"/>
          </p:cNvSpPr>
          <p:nvPr>
            <p:ph type="ftr" idx="316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1" name="PlaceHolder 2"/>
          <p:cNvSpPr>
            <a:spLocks noGrp="1"/>
          </p:cNvSpPr>
          <p:nvPr>
            <p:ph type="sldNum" idx="317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D4871A5-4E45-44CB-BA2D-638AA68BEAA5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2" name="PlaceHolder 3"/>
          <p:cNvSpPr>
            <a:spLocks noGrp="1"/>
          </p:cNvSpPr>
          <p:nvPr>
            <p:ph type="dt" idx="318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0" r:id="rId2"/>
  </p:sldLayoutIdLst>
</p:sldMaster>
</file>

<file path=ppt/slideMasters/slideMaster10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PlaceHolder 1"/>
          <p:cNvSpPr>
            <a:spLocks noGrp="1"/>
          </p:cNvSpPr>
          <p:nvPr>
            <p:ph type="title"/>
          </p:nvPr>
        </p:nvSpPr>
        <p:spPr>
          <a:xfrm>
            <a:off x="838080" y="888840"/>
            <a:ext cx="105062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PlaceHolder 2"/>
          <p:cNvSpPr>
            <a:spLocks noGrp="1"/>
          </p:cNvSpPr>
          <p:nvPr>
            <p:ph type="ftr" idx="319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5" name="PlaceHolder 3"/>
          <p:cNvSpPr>
            <a:spLocks noGrp="1"/>
          </p:cNvSpPr>
          <p:nvPr>
            <p:ph type="sldNum" idx="320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A03FB8C-5887-4708-9DA7-4932EF2B9072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6" name="PlaceHolder 4"/>
          <p:cNvSpPr>
            <a:spLocks noGrp="1"/>
          </p:cNvSpPr>
          <p:nvPr>
            <p:ph type="dt" idx="321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2" r:id="rId2"/>
  </p:sldLayoutIdLst>
</p:sldMaster>
</file>

<file path=ppt/slideMasters/slideMaster10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PlaceHolder 1"/>
          <p:cNvSpPr>
            <a:spLocks noGrp="1"/>
          </p:cNvSpPr>
          <p:nvPr>
            <p:ph type="ftr" idx="322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9" name="PlaceHolder 2"/>
          <p:cNvSpPr>
            <a:spLocks noGrp="1"/>
          </p:cNvSpPr>
          <p:nvPr>
            <p:ph type="sldNum" idx="323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1425E51-5587-4321-9262-33F96974D8A1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0" name="PlaceHolder 3"/>
          <p:cNvSpPr>
            <a:spLocks noGrp="1"/>
          </p:cNvSpPr>
          <p:nvPr>
            <p:ph type="dt" idx="324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4" r:id="rId2"/>
  </p:sldLayoutIdLst>
</p:sldMaster>
</file>

<file path=ppt/slideMasters/slideMaster10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PlaceHolder 1"/>
          <p:cNvSpPr>
            <a:spLocks noGrp="1"/>
          </p:cNvSpPr>
          <p:nvPr>
            <p:ph type="ftr" idx="325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2" name="PlaceHolder 2"/>
          <p:cNvSpPr>
            <a:spLocks noGrp="1"/>
          </p:cNvSpPr>
          <p:nvPr>
            <p:ph type="sldNum" idx="326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0DF915C-8EFB-4807-8C01-343082F96D57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3" name="PlaceHolder 3"/>
          <p:cNvSpPr>
            <a:spLocks noGrp="1"/>
          </p:cNvSpPr>
          <p:nvPr>
            <p:ph type="dt" idx="327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6" r:id="rId2"/>
  </p:sldLayoutIdLst>
</p:sldMaster>
</file>

<file path=ppt/slideMasters/slideMaster10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PlaceHolder 1"/>
          <p:cNvSpPr>
            <a:spLocks noGrp="1"/>
          </p:cNvSpPr>
          <p:nvPr>
            <p:ph type="ftr" idx="328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5" name="PlaceHolder 2"/>
          <p:cNvSpPr>
            <a:spLocks noGrp="1"/>
          </p:cNvSpPr>
          <p:nvPr>
            <p:ph type="sldNum" idx="329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87CABBA-8F83-484C-87AB-356D19805EFB}" type="slidenum">
              <a:rPr lang="es-A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6" name="PlaceHolder 3"/>
          <p:cNvSpPr>
            <a:spLocks noGrp="1"/>
          </p:cNvSpPr>
          <p:nvPr>
            <p:ph type="dt" idx="330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8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6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6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6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6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6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6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6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6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6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6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6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6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6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6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6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6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6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6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6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6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6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6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6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6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6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6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6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6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6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6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1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1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1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1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1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1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1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4640" cy="2378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6600" b="0" u="none" strike="noStrike">
                <a:solidFill>
                  <a:schemeClr val="dk1"/>
                </a:solidFill>
                <a:effectLst/>
                <a:uFillTx/>
                <a:latin typeface="Arial Black"/>
              </a:rPr>
              <a:t>Software Engineer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34640" cy="164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Intro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4640" cy="2378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4800" b="0" u="none" strike="noStrike">
                <a:solidFill>
                  <a:schemeClr val="dk1"/>
                </a:solidFill>
                <a:effectLst/>
                <a:uFillTx/>
                <a:latin typeface="Arial Black"/>
              </a:rPr>
              <a:t>Functions vs Procedures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6240" cy="1316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Functions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06240" cy="4341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ts val="2835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 SemiBold"/>
              </a:rPr>
              <a:t>The functions are routines which perform some work or specific algorithm to solve the problem and return one of the following values:</a:t>
            </a:r>
            <a:br>
              <a:rPr sz="1600"/>
            </a:b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ts val="2835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Arial"/>
              <a:buChar char="•"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 SemiBold"/>
              </a:rPr>
              <a:t>Value (Number, Alphanumeric, Etc.)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ts val="2835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Arial"/>
              <a:buChar char="•"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 SemiBold"/>
              </a:rPr>
              <a:t>Function (Object Function)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ts val="2835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Arial"/>
              <a:buChar char="•"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 SemiBold"/>
              </a:rPr>
              <a:t>Array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ts val="2835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Arial"/>
              <a:buChar char="•"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 SemiBold"/>
              </a:rPr>
              <a:t>Set of Values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6240" cy="1316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dobe Devanagari"/>
              </a:rPr>
              <a:t>Procedures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06240" cy="330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 SemiBold"/>
              </a:rPr>
              <a:t>The procedures are routines which perform a work or algorithm meanwhile other functions do not return any value, receive parameters, each one of them is a different type of data, for example:</a:t>
            </a:r>
            <a:br>
              <a:rPr sz="1600"/>
            </a:b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15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Arial"/>
              <a:buChar char="•"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 SemiBold"/>
              </a:rPr>
              <a:t>Int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15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Arial"/>
              <a:buChar char="•"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 SemiBold"/>
              </a:rPr>
              <a:t>Double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15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Arial"/>
              <a:buChar char="•"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 SemiBold"/>
              </a:rPr>
              <a:t>Float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15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Arial"/>
              <a:buChar char="•"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 SemiBold"/>
              </a:rPr>
              <a:t>Date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15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Arial"/>
              <a:buChar char="•"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 SemiBold"/>
              </a:rPr>
              <a:t>Char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6240" cy="1316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dobe Devanagari"/>
              </a:rPr>
              <a:t>Procedures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06240" cy="4341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 SemiBold"/>
              </a:rPr>
              <a:t>The routine is a series of commands where it performs an algorithm or problem, and it tries to solve such problem.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 SemiBold"/>
              </a:rPr>
              <a:t>This routine does not return any value.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 SemiBold"/>
              </a:rPr>
              <a:t>It receives parameters, and some of them are optional, others are mandatory.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4640" cy="2378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4800" b="0" u="none" strike="noStrike">
                <a:solidFill>
                  <a:schemeClr val="dk1"/>
                </a:solidFill>
                <a:effectLst/>
                <a:uFillTx/>
                <a:latin typeface="Arial Black"/>
              </a:rPr>
              <a:t>Classes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6240" cy="1316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dobe Devanagari"/>
              </a:rPr>
              <a:t>Encapsulation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06240" cy="4575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indent="0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 SemiBold"/>
              </a:rPr>
              <a:t>The encapsulation is for containing into one entity everything which it can do such entity, for example:</a:t>
            </a:r>
            <a:br>
              <a:rPr sz="1600"/>
            </a:b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Arial"/>
              <a:buChar char="•"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 SemiBold"/>
              </a:rPr>
              <a:t>Class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15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Arial"/>
              <a:buChar char="•"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 SemiBold"/>
              </a:rPr>
              <a:t>Car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Arial"/>
              <a:buChar char="•"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 SemiBold"/>
              </a:rPr>
              <a:t>Property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15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Arial"/>
              <a:buChar char="•"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 SemiBold"/>
              </a:rPr>
              <a:t>Color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15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Arial"/>
              <a:buChar char="•"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 SemiBold"/>
              </a:rPr>
              <a:t>Type of Insurance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Arial"/>
              <a:buChar char="•"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 SemiBold"/>
              </a:rPr>
              <a:t>Method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15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Arial"/>
              <a:buChar char="•"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 SemiBold"/>
              </a:rPr>
              <a:t>Turn 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15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Arial"/>
              <a:buChar char="•"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 SemiBold"/>
              </a:rPr>
              <a:t>Stop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6240" cy="1316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dobe Devanagari"/>
              </a:rPr>
              <a:t>Constructor 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06240" cy="4341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 SemiBold"/>
              </a:rPr>
              <a:t>The constructor is a intrinsic method of work which perform when it creates the instance of object.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 SemiBold"/>
              </a:rPr>
              <a:t>At the moment that creates an instance of class, it calls to this method by default.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 SemiBold"/>
              </a:rPr>
              <a:t>This used commonly to create the instance of the object.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 SemiBold"/>
              </a:rPr>
              <a:t>The constructor can be overwritten in different ways so that it can give different instances of the same object.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 SemiBold"/>
              </a:rPr>
              <a:t>From there, it can be called in different ways for creating different instances of the same class.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6240" cy="1316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Constructor 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06240" cy="4341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 SemiBold"/>
              </a:rPr>
              <a:t>It means that it can create different similar objects of the same class.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6240" cy="1316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Destructor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06240" cy="4341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 SemiBold"/>
              </a:rPr>
              <a:t>The destructor is an intrinsic method that calls when it destroys the instance of an object.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 SemiBold"/>
              </a:rPr>
              <a:t>It is useful to free an space of memory and of this manner which the program do not full of trash.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 SemiBold"/>
              </a:rPr>
              <a:t>In this way, the program can work in a light way without not so much load and this is the way that can continue till finishes the program.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6240" cy="1316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Destructor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06240" cy="4341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 SemiBold"/>
              </a:rPr>
              <a:t>In the contrast, it can full much memory or make use of memory without using it, and there so, it can finish the program much before.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 SemiBold"/>
              </a:rPr>
              <a:t>This does not happen very much when it works with volumes of data or tasks very big.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 SemiBold"/>
              </a:rPr>
              <a:t>The program can finalize in different ways and better performance.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 SemiBold"/>
              </a:rPr>
              <a:t>This method is important. The program could delay in many occasions without it.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6240" cy="1316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Method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06240" cy="4341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 SemiBold"/>
              </a:rPr>
              <a:t>Method is an action of the class. It can be called after it creates an instance of the object.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 SemiBold"/>
              </a:rPr>
              <a:t>So there each method can be called to solve some particular problem, and you can create as many methods as possible.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 SemiBold"/>
              </a:rPr>
              <a:t>Each one of them will perform a different task and it will solve many problems during the execution of the program.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6240" cy="1316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Method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06240" cy="4341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 SemiBold"/>
              </a:rPr>
              <a:t>Such beginning or ending of program, is very important its task.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 SemiBold"/>
              </a:rPr>
              <a:t>Because of that, it is used such many times during the running of the program.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 SemiBold"/>
              </a:rPr>
              <a:t>If inside this method, it is used many resources of the system, we should consider that we have something to free those resources because they are blocks or chunks or memory.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4640" cy="2378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4800" b="0" u="none" strike="noStrike">
                <a:solidFill>
                  <a:schemeClr val="dk1"/>
                </a:solidFill>
                <a:effectLst/>
                <a:uFillTx/>
                <a:latin typeface="Arial Black"/>
              </a:rPr>
              <a:t>Visibility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6240" cy="1316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Visibility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06240" cy="4341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 SemiBold"/>
              </a:rPr>
              <a:t>The visibility is a feature that each property or method of the class has, for example:</a:t>
            </a:r>
            <a:br>
              <a:rPr sz="1600"/>
            </a:b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Arial"/>
              <a:buChar char="•"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 SemiBold"/>
              </a:rPr>
              <a:t>Private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15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Arial"/>
              <a:buChar char="•"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 SemiBold"/>
              </a:rPr>
              <a:t>It means when it can not be accessed from outside. Only it can be called from the class.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Arial"/>
              <a:buChar char="•"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 SemiBold"/>
              </a:rPr>
              <a:t>Protected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15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Arial"/>
              <a:buChar char="•"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 SemiBold"/>
              </a:rPr>
              <a:t>It means when it can not be accessed from outside. Only it can be called from the same instance of the object.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6240" cy="1316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Visibility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06240" cy="4341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Arial"/>
              <a:buChar char="•"/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 SemiBold"/>
              </a:rPr>
              <a:t>Public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15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 SemiBold"/>
              </a:rPr>
              <a:t>It means when it can be accessed from outside. After the creation of the instance of the object.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6240" cy="1316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Overwrite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06240" cy="4341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 SemiBold"/>
              </a:rPr>
              <a:t>It means when it repeats the same method but with more parameters.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 SemiBold"/>
              </a:rPr>
              <a:t>In other words, it has the same signature.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 SemiBold"/>
              </a:rPr>
              <a:t>It can be overwritten such many times as you wish, however we should be careful with it.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 SemiBold"/>
              </a:rPr>
              <a:t>Because if we repeat it many times, it could create confusions at the moment that another developer tries to continue it.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6240" cy="1316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Override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06240" cy="4341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 SemiBold"/>
              </a:rPr>
              <a:t>It means when it repeats the same method but it has the same parameters.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 SemiBold"/>
              </a:rPr>
              <a:t>In other words, and a bit more technical it has the same signature but with different &lt;type&gt; of parameters.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 SemiBold"/>
              </a:rPr>
              <a:t>However, you need to pay attention because it can be confusing for other developers who need to continue or modify the method implementation.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6240" cy="1316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Inheritance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06240" cy="4341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 SemiBold"/>
              </a:rPr>
              <a:t>It means when data inherits the same method and/or properties from the parent class.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 SemiBold"/>
              </a:rPr>
              <a:t>This is used frequently to reuse the same functionalities from the classes which are levels above.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 SemiBold"/>
              </a:rPr>
              <a:t>You do not need to write the code again.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 SemiBold"/>
              </a:rPr>
              <a:t>Because of this, the program codification speeds up.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6240" cy="1316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Interface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3" name="PlaceHolder 5"/>
          <p:cNvSpPr/>
          <p:nvPr/>
        </p:nvSpPr>
        <p:spPr>
          <a:xfrm>
            <a:off x="838440" y="1825560"/>
            <a:ext cx="10506240" cy="434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lang="es-ES" sz="1600" b="1" u="none" spc="91" strike="noStrike">
                <a:solidFill>
                  <a:schemeClr val="dk1"/>
                </a:solidFill>
                <a:effectLst/>
                <a:uFillTx/>
                <a:latin typeface="Bahnschrift"/>
              </a:rPr>
              <a:t>It is used for creating an interface that the class needs to respect.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lang="es-ES" sz="1600" b="1" u="none" spc="91" strike="noStrike">
                <a:solidFill>
                  <a:schemeClr val="dk1"/>
                </a:solidFill>
                <a:effectLst/>
                <a:uFillTx/>
                <a:latin typeface="Bahnschrift"/>
              </a:rPr>
              <a:t>The class must contain the same methods and/or properties that the interface contains.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lang="es-ES" sz="1600" b="1" u="none" spc="91" strike="noStrike">
                <a:solidFill>
                  <a:schemeClr val="dk1"/>
                </a:solidFill>
                <a:effectLst/>
                <a:uFillTx/>
                <a:latin typeface="Bahnschrift"/>
              </a:rPr>
              <a:t>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lang="es-ES" sz="1600" b="1" u="none" spc="91" strike="noStrike">
                <a:solidFill>
                  <a:schemeClr val="dk1"/>
                </a:solidFill>
                <a:effectLst/>
                <a:uFillTx/>
                <a:latin typeface="Bahnschrift"/>
              </a:rPr>
              <a:t>Then, the children classes will have the same inheritance.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6600" cy="1316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Polymorphism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06600" cy="4342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"/>
              </a:rPr>
              <a:t>It is used to overwrite the parent class.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"/>
              </a:rPr>
              <a:t>In this way, the parent class is an abstract class and its children classes are changing slightly to different shapes, using different properties and methods.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"/>
              </a:rPr>
              <a:t>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"/>
              </a:rPr>
              <a:t>So, every child class inheritance will be different from the original parent class.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4640" cy="2378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4800" b="0" u="none" strike="noStrike">
                <a:solidFill>
                  <a:schemeClr val="dk1"/>
                </a:solidFill>
                <a:effectLst/>
                <a:uFillTx/>
                <a:latin typeface="Arial Black"/>
                <a:ea typeface="Microsoft YaHei"/>
              </a:rPr>
              <a:t>Meaning of Data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6600" cy="1316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Meaning of Data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06600" cy="4342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"/>
              </a:rPr>
              <a:t>Data has its own meaning inside a Company/Business/Small Business.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"/>
              </a:rPr>
              <a:t>Meaning of data is crucial inside a Company.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"/>
              </a:rPr>
              <a:t>Because decisions making is mush easier and it gives a better direction to the Company’s businesses.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"/>
              </a:rPr>
              <a:t>From this start, people who make decisions, know which resources need to hire and know which tasks need to carry on, to choose the most convenient place for the Company.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6600" cy="1316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Meaning of Data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06600" cy="4342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"/>
              </a:rPr>
              <a:t>People, who can make decisions, use this data to go in the more suitable direction and lead his/her Company to a safe place.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"/>
              </a:rPr>
              <a:t>Even though, these people make Company continue doing business, as many years as possible.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"/>
              </a:rPr>
              <a:t>Unfortunately, Some people can make it and others cannot.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"/>
              </a:rPr>
              <a:t>People, who make decisions, are responsible of this situation.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"/>
              </a:rPr>
              <a:t>Because of this, people who are on this business level, may perform this work type and underneath this data, people are involved.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6600" cy="1316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Tables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06600" cy="4342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"/>
              </a:rPr>
              <a:t>Tables are a set of records which are stored inside a database.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"/>
              </a:rPr>
              <a:t>Such tables may relate each other by its fields, or even though, by this database tables.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"/>
              </a:rPr>
              <a:t>Tables is a place where Company's records are stored.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"/>
              </a:rPr>
              <a:t>Each Table may incorporate new fields, changing its original shape.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PlaceHolder 1"/>
          <p:cNvSpPr>
            <a:spLocks noGrp="1"/>
          </p:cNvSpPr>
          <p:nvPr>
            <p:ph type="title"/>
          </p:nvPr>
        </p:nvSpPr>
        <p:spPr>
          <a:xfrm>
            <a:off x="1483920" y="2078640"/>
            <a:ext cx="9134640" cy="2378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4800" b="0" u="none" strike="noStrike">
                <a:solidFill>
                  <a:schemeClr val="dk1"/>
                </a:solidFill>
                <a:effectLst/>
                <a:uFillTx/>
                <a:latin typeface="Arial Black"/>
              </a:rPr>
              <a:t>Programming Languages Comparison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6600" cy="1316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Web Development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06600" cy="4342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"/>
              </a:rPr>
              <a:t>Web Development is used to show more easily what it is trying to sell to the Client.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"/>
              </a:rPr>
              <a:t>Nowadays, entrepreneurs use many different strategies to commercialize the product much easier.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"/>
              </a:rPr>
              <a:t>This type of development is applied in different working fields, due to its portability among different Operating Systems and mobile devices.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6600" cy="1316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Desktop Development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06600" cy="4342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"/>
              </a:rPr>
              <a:t>Desktop Development is used where Operating System is nearly obsolete.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"/>
              </a:rPr>
              <a:t>Unfortunately, this type of development is being slowly discarded because Software Development is currently being oriented to Web Development or Mobile Development.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6600" cy="1316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Process Development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06600" cy="4342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"/>
              </a:rPr>
              <a:t>Process Development is used to automate the tasks so that these ones might finish more efficiently.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"/>
              </a:rPr>
              <a:t>Then, it is not needed to repeat the tasks again.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6600" cy="1316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Database Development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06600" cy="4342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"/>
              </a:rPr>
              <a:t>Database Development is used to manipulate data in a efficient and more straightforward way.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"/>
              </a:rPr>
              <a:t>Then, there are different developments to do the same routine or task.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4640" cy="2378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4800" b="0" u="none" strike="noStrike">
                <a:solidFill>
                  <a:schemeClr val="dk1"/>
                </a:solidFill>
                <a:effectLst/>
                <a:uFillTx/>
                <a:latin typeface="Arial Black"/>
              </a:rPr>
              <a:t>Problem Solving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6600" cy="1316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Analysis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06600" cy="4342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"/>
              </a:rPr>
              <a:t>Analysis is about the understanding of the problem and how to divided up into parts so that it can be much easier to solve it.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"/>
              </a:rPr>
              <a:t>The ones, who are going to develop and solve the problem, might understand how to code it in the best possible way.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"/>
              </a:rPr>
              <a:t>Although, at times, software development implies to start coding in the worst way.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"/>
              </a:rPr>
              <a:t>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"/>
              </a:rPr>
              <a:t>Because client needs to see the application running as quick as possible.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6600" cy="1316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Documentation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06600" cy="4342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"/>
              </a:rPr>
              <a:t>Documentation is about documenting code and analyzing the software which is going to be develop.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"/>
              </a:rPr>
              <a:t>Code can be modified and understood by the rest of work-mates.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"/>
              </a:rPr>
              <a:t>Where each work-mate may have a better overview about changes that must be done.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6600" cy="1316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Documentation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06600" cy="4342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"/>
              </a:rPr>
              <a:t>Documentation is useful because it may explain how to continue coding without any important delivery delays.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"/>
              </a:rPr>
              <a:t>However, it also may be used to know which software development alternatives actually exist and review if the development is going to another direction which was not planned at the beginning.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6600" cy="1316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Architecture Diagramming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06600" cy="4342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"/>
              </a:rPr>
              <a:t>Architecture Diagramming is about showing how the software works from start to end.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"/>
              </a:rPr>
              <a:t>The main purpose is understanding how to create and code the software.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"/>
              </a:rPr>
              <a:t>Then, every member team might perform the software in a more productive way.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6600" cy="1316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Architecture Diagramming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06600" cy="4342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"/>
              </a:rPr>
              <a:t>Performing this Diagramming, every member team can visualize how all pieces are going to be joined at the end of the project.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"/>
              </a:rPr>
              <a:t>Sometimes, this kind of work is underestimated because it implies to design the Software Architecture and show the right way to build up a Software.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6600" cy="1316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Coding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06600" cy="4342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"/>
              </a:rPr>
              <a:t>Coding is useful to command computer what it should do and how it should be done in the most efficient way.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"/>
              </a:rPr>
              <a:t>Every short software delivery must be even shorter along the project.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"/>
              </a:rPr>
              <a:t>Every member team need to work with the rest as a team.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"/>
              </a:rPr>
              <a:t>If not, it is hard to accomplish every delivery.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6600" cy="1316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First Software Delivery</a:t>
            </a:r>
            <a:br>
              <a:rPr sz="4400"/>
            </a:b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06600" cy="4342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"/>
              </a:rPr>
              <a:t>When development team performs the first delivery.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"/>
              </a:rPr>
              <a:t>Then, they can go ahead with the following pending deliveries.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"/>
              </a:rPr>
              <a:t>This first delivery may get complicated because coordinating, professionals who are involved, could be a difficult task to achieve.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6600" cy="1316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Client Evaluation</a:t>
            </a:r>
            <a:br>
              <a:rPr sz="4400"/>
            </a:b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06600" cy="4342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"/>
              </a:rPr>
              <a:t>When client needs to evaluate how the first delivery was done.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"/>
              </a:rPr>
              <a:t>Then, client observes what it needs to improve or remove from that delivery.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"/>
              </a:rPr>
              <a:t>At times, client does not know what he really needs.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"/>
              </a:rPr>
              <a:t>This is not something to be considered as important.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"/>
              </a:rPr>
              <a:t>In fact, client does not know very clearly what he is asking for.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"/>
              </a:rPr>
              <a:t>Because of this, client asks a group of experts who can develop the software.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6600" cy="1316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First Delivery Feedback</a:t>
            </a:r>
            <a:br>
              <a:rPr sz="4400"/>
            </a:b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06600" cy="4342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"/>
              </a:rPr>
              <a:t>The feedback of the first delivery should be done as much quick as possible.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"/>
              </a:rPr>
              <a:t>Because unfortunately there is no place to make important improvements around.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"/>
              </a:rPr>
              <a:t>Company needs the job done as soon as possible.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"/>
              </a:rPr>
              <a:t>Because of this, some professionals want to work inside or outside a Company.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9840" cy="131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Feedback as many times as possible to reach definitive delivery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09840" cy="434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"/>
              </a:rPr>
              <a:t>Feedback or deliveries are usually too many because it requires corrections in each delivery till reaching the end of final product release.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"/>
              </a:rPr>
              <a:t>However, the final product release ends being something that it is not so clean as it is expected.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"/>
              </a:rPr>
              <a:t>Client needs the product to start commercializing its own products.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"/>
              </a:rPr>
              <a:t>Unfortunately, client does not care about how many lines of coding, is behind such product.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4640" cy="2378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4800" b="0" u="none" strike="noStrike">
                <a:solidFill>
                  <a:schemeClr val="dk1"/>
                </a:solidFill>
                <a:effectLst/>
                <a:uFillTx/>
                <a:latin typeface="Arial Black"/>
              </a:rPr>
              <a:t>Data Visualization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9840" cy="131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Data Visualization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09840" cy="434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"/>
              </a:rPr>
              <a:t>This is useful to see how data behaves inside a company, business, or entrepreneurship.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"/>
              </a:rPr>
              <a:t>It is useful to analyze the problem, which should be solved, from different angles.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"/>
              </a:rPr>
              <a:t>This is crucial to make decisions because it becomes easier to sell the product.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9840" cy="131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Data Visualization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09840" cy="434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"/>
              </a:rPr>
              <a:t>Software optimization and problem solving is also much easier.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"/>
              </a:rPr>
              <a:t>In this way, the product can be observed from different projections in a graphical mode.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"/>
              </a:rPr>
              <a:t>On the other hand, the period of software development gets shorter and the tasks to be accomplished are not always finished.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4640" cy="2378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4800" b="0" u="none" strike="noStrike">
                <a:solidFill>
                  <a:schemeClr val="dk1"/>
                </a:solidFill>
                <a:effectLst/>
                <a:uFillTx/>
                <a:latin typeface="Arial Black"/>
              </a:rPr>
              <a:t>English Language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9840" cy="131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Virtual Meetings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09840" cy="434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"/>
              </a:rPr>
              <a:t>This meetings can be difficult to manage if there is no experience about it.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"/>
              </a:rPr>
              <a:t>In fact, each member's meeting should be granted to talk or not, depending on who is going to start talking.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"/>
              </a:rPr>
              <a:t>This new paradigm we are getting in, little by little.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"/>
              </a:rPr>
              <a:t>Everyone should be get used to it although some professionals do not really like it much.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9840" cy="131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Virtual Meetings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09840" cy="434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"/>
              </a:rPr>
              <a:t>Old human generations continue accepting old fashioned meetings as usual.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"/>
              </a:rPr>
              <a:t>However, everyone may choose what to do with it.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"/>
              </a:rPr>
              <a:t>Technology keep going forward more and even more and each of us gets into this technology world.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"/>
              </a:rPr>
              <a:t>By the way, we are already inside it.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"/>
              </a:rPr>
              <a:t>Although, some professionals do not want to accept it.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9840" cy="131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Old Fashioned Meetings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09840" cy="434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"/>
              </a:rPr>
              <a:t>These meetings were oriented to professionals who want to communicate personally.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"/>
              </a:rPr>
              <a:t>Actually, there are still some professionals who continue working using these kind of meetings.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"/>
              </a:rPr>
              <a:t>Old fashioned meetings keep continue being even more healthy for many professionals.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"/>
              </a:rPr>
              <a:t>However, professionals might choose other meetings kind where they feel more comfortable.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9840" cy="131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Old Fashioned Meetings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09840" cy="434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"/>
              </a:rPr>
              <a:t>These meetings are useful to talk in a more communicative way about a topic.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"/>
              </a:rPr>
              <a:t>Each member's meeting has the right to express as he/she wants to.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"/>
              </a:rPr>
              <a:t>However, there is someone who moderates the meeting.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"/>
              </a:rPr>
              <a:t>Because, there could not be any meeting, without it.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"/>
              </a:rPr>
              <a:t>There may exist some disagreements but it is what is supposed to happen.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1" u="none" spc="91" strike="noStrike">
                <a:solidFill>
                  <a:schemeClr val="dk1"/>
                </a:solidFill>
                <a:effectLst/>
                <a:uFillTx/>
                <a:latin typeface="Bahnschrift"/>
              </a:rPr>
              <a:t>Without such disagreements, meetings could not reach any agreement.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5287</TotalTime>
  <Application>LibreOffice/25.8.6.2$Windows_X86_64 LibreOffice_project/b4b39682cd9868fa725bc664aff94278d315bd04</Application>
  <AppVersion>15.0000</AppVersion>
  <Words>786</Words>
  <Paragraphs>68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2021-05-17T20:53:17Z</dcterms:created>
  <dc:creator>scott</dc:creator>
  <dc:description/>
  <dc:language>es-ES</dc:language>
  <cp:lastModifiedBy/>
  <cp:lastPrinted>2026-06-16T04:44:28Z</cp:lastPrinted>
  <dcterms:modified xsi:type="dcterms:W3CDTF">2026-06-17T06:33:33Z</dcterms:modified>
  <cp:revision>275</cp:revision>
  <dc:subject/>
  <dc:title>Funciones - Procedimientos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49</vt:i4>
  </property>
</Properties>
</file>